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9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93" r:id="rId3"/>
    <p:sldId id="281" r:id="rId4"/>
    <p:sldId id="548" r:id="rId5"/>
    <p:sldId id="549" r:id="rId6"/>
    <p:sldId id="508" r:id="rId7"/>
    <p:sldId id="586" r:id="rId8"/>
    <p:sldId id="587" r:id="rId9"/>
    <p:sldId id="550" r:id="rId10"/>
    <p:sldId id="551" r:id="rId11"/>
    <p:sldId id="553" r:id="rId12"/>
    <p:sldId id="554" r:id="rId13"/>
    <p:sldId id="584" r:id="rId14"/>
    <p:sldId id="588" r:id="rId15"/>
    <p:sldId id="257" r:id="rId16"/>
    <p:sldId id="259" r:id="rId17"/>
    <p:sldId id="260" r:id="rId18"/>
    <p:sldId id="261" r:id="rId19"/>
    <p:sldId id="590" r:id="rId20"/>
    <p:sldId id="263" r:id="rId21"/>
    <p:sldId id="265" r:id="rId22"/>
    <p:sldId id="266" r:id="rId23"/>
    <p:sldId id="269" r:id="rId24"/>
    <p:sldId id="267" r:id="rId25"/>
    <p:sldId id="343" r:id="rId26"/>
    <p:sldId id="591" r:id="rId27"/>
    <p:sldId id="26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45:12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6738 14093 0,'53'18'16,"-35"-18"0,-1 18-16,1-18 0,0 0 15,17 0-15,35 0 16,19 0-16,-54-18 15,35 18-15,89-18 16,88 1 0,-106-1-16,-35-17 15,35 35-15,-17 0 0,70 0 16,53 0 0,-106 0-16,-18 0 15,-52 0-15,-54 0 16,1 0 374,0 0-343</inkml:trace>
  <inkml:trace contextRef="#ctx0" brushRef="#br0" timeOffset="13975.55">12153 10425 0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46:19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2663 12012 0,'0'-18'46,"36"1"-30,-19-1-16,19 18 16,-19 0-16,19 0 15,16-17-15,1-1 16,53 0-16,53 1 16,0-36-16,17 53 15,177-18-15,-106-17 16,-18 35-16,-17 0 15,-18 0-15,-18 0 16,-17 0-16,-36 0 16,-17 0-16,18 0 15,-1 0-15,36 0 16,-53 0-16,53 0 16,-18 0-16,-18 0 15,1 0-15,-1 0 16,-17 0-16,-36 0 15,1 0-15,-18 0 16,35 0-16,0 0 16,36 0-16,-18 0 15,70 0-15,-17 0 16,-18 0-16,-18 0 16,1 0-16,-36 0 15,0 0-15,0 0 16,1 0-16,-19 0 15,1 0-15,-36 0 16,36 0-16,-1 0 16,1 0-16,-18 0 15,70 0-15,18 0 16,-17 0-16,-1 0 16,-35 0-16,1 0 15,-1 0-15,35 0 16,-35 0-16,1 0 15,-1 0-15,71 0 16,-71 0-16,-18 0 16,-17 0-16,18 0 15,-1 0-15,36 0 16,18 0-16,-1 0 16,18 17-16,18 1 15,-71 0-15,18-1 16,-18-17-16,0 0 15,-17 0-15,-18 0 16,-18 0-16,18 0 16,-18 0-16,1 0 15,16 0 1,1 0-16,-17 0 0,-1 0 16,36 0-1,-19 0-15,19 0 16,-18 0-16,35 0 15,0 0-15,0 0 16,-17 0-16,-36 0 16,36 0-16,-18 0 15,0 0-15,-36 0 16,19 0-16,-19 0 16,19 0 30,-1 0-30,88 0-16,-87 0 16,69-17-16,-16-1 15,-19 0-15,1 1 16,17-1-16,-18 18 16,1-18-16,-18 18 15,0 0-15,17 0 16,-52 0-16,35 0 15,-18 0 1,-17 0-16,0 0 0,-1 0 16</inkml:trace>
  <inkml:trace contextRef="#ctx0" brushRef="#br0" timeOffset="8253.79">15610 8273 0,'36'0'15,"17"0"1,-36 0 0,1 0-16,17 0 0,0 0 15,-17 0 1,17 0-16,-17-18 0,0 18 16,-1 0-16,1 0 15,17 0 1,0 0-1,1 0-15,17 0 0,-18 0 16,18 0 0,0 0-16,0 0 15,17 0-15,1 0 16,-1 0-16,19 0 16,16 0-16,1 0 15,-18 0-15,1 0 16,-1 0-16,-18 0 15,1-18-15,-18 1 16,-36 17-16,1 0 16,0 0-16,-1 0 31,19 0-15,-19 0-1,1 0 1,17 0-16,-17 0 15,-1 0-15,1 0 16,17 0-16,-17 0 16,17 0-1,-17 0-15,0 0 16,-1 0 0,19 0-16,-19 0 15</inkml:trace>
  <inkml:trace contextRef="#ctx0" brushRef="#br0" timeOffset="18085.86">15610 8290 0,'18'18'46,"0"-18"-30,-1 0-16,1 0 16,0 0-16,-1 0 15,1 0 1,0 0 31,-1 0-32,1 0-15,-1 0 16,19 0-16,-1 0 16,53-18-16,-17 1 15,-1 17-15,1-36 16,-1 36-16,1-17 16,-36-1-16,1 18 15,-1 0-15,-18 0 141,19 0-126,34 0-15,1 0 16,-1 0-16,19 0 16,16 0-16,19 0 15,35 0-15,-54 0 0,19 0 16,-54 0 0,19 0-16,-54 0 15,18 0-15,-35 0 16,-1 0-16,1 0 31,-1 0-15,1 0 93,0 0-78,-1 0-15,1 18-16,17-18 16,-17 0-16,17 17 15,-17-17-15,-1 0 16,36 0-16,-35 0 15,0 0 1,-18-17 78,-18-1-63,0 0-15,-35 18-1,36 0 1,-36-17-16,0 17 16,-18 0-1,54 0-15,-18 0 16,-1 0-16,-17 0 15,18 0-15,0 0 16,-18 0-16,0 0 16,18 0-16,-1 0 15,-34 0-15,52 0 16,-52 0-16,34 0 16,1 0-16,-18 0 15,18 0-15,17 0 16,-17 0-16,17 0 15,-17 0-15,-18 0 16,36 0 0,-36 0-16,35 0 0,-35 0 15,0 0-15,35 0 16,-34 0 0,-1 0-16,17 0 15,1 0-15,0 0 0,17 0 16,-17 0-1,-18 0-15,0 0 16,18 0 0,17 0-1,0 0 1,1 0-16,-1 0 16,1 0-16,-1 0 15,0 0-15,-17 0 16,17 0-1,1 0-15,-1 17 282,-35 1-267,53 0 1,-35-1-16,17-17 16,1 0-16,-1 18 15,0 0-15,1-18 16,17 17-1,-18-17 1,0 0-16,1 0 31,-1 0-15,1 0 15,-1 0-15,36 0 328,17 0-266,53 0-63,-17 18-15,-19-18 16,19 0-16,17 0 16,-17 0-16,-36 0 15,0 0-15,18 0 16,-35 0-1,0 0-15,-1 0 219,36 0-219,35 0 16,-17 0-16,-18-18 15,-18 18 1,-17 0-16,-1 0 16,-17-17 46,18 17 94,17 0-140,1 0 0,-19 0-1</inkml:trace>
  <inkml:trace contextRef="#ctx0" brushRef="#br0" timeOffset="25419.3">11747 13847 0,'36'-18'78,"52"0"-78,-17 18 16,-36 0-16,53-17 15,18-1-15,17 18 16,-17 0-16,18 0 16,-54-18-16,1 18 15,-1 0-15,-52-17 16,17 17-16,-17 0 15,17 0-15,-17 0 32,-1 0-32,1 0 15,0 0-15,35 0 16,-36 0-16,54 0 16,-1 0-16,1 0 15,-18 0 1,17 0-16,1 0 15,-18 0-15,-18 0 0,0 0 16,1 0 0,17 0-16,-18 0 15,0 0-15,0 0 16,-17 0-16,0 0 16,-36 0 140,0 0-156,18-18 15,-17 0 1,-1 18 0,0 0-16,-17 0 15,-35 0-15,-19 0 16,-16 0-16,-1 0 16,-35 0-16,17 0 15,-17 18-15,-18-18 16,-17 18-16,52-18 15,-17 0-15,18 0 16,35 0-16,0 0 16,35 0-16,17 0 15,19 0 1,-1 0 46,18 17-46,-18-17 31,18 18-31,0 0 77,0-1-77,53-17-16,0 0 16,18 18-1,88-18-15,-54 0 16,54 0-16,-71-18 0,36 1 15,-18-1 1,17 18-16,-35-18 16,-17 1-16,-1 17 15,-17 0-15,-17 0 16,-19 0-16,19 0 16,-1-18-16,-18 18 15,19 0 173,-19 0-188,19 0 15,-1 0-15,-17 0 16,-1 0 0,1 0 30,-1 0-30,1 0 31,0 0 0,-1 18-32,1-1 1,0-17 0,-18 18-1,17 0 17,1-18 155</inkml:trace>
  <inkml:trace contextRef="#ctx0" brushRef="#br0" timeOffset="31789.33">21343 8784 0,'0'18'47,"18"35"-31,-1 0-16,-17-18 15,18 0-15,17 18 16,-17 0-16,-18-35 15,18 35-15,-18-36 16,35-17 281,18-53-281,-36 0-16,36 18 15,-35 17-15,0-17 16,34 0-1,1-18-15,-17 18 16,34-1-16,-17 36 16,-18-17-16,1-1 15,-1 1-15,-17 17 16,-1 0-16,-17-18 375,18 18-359,-18-18 15,0 1 172,18-1-203,-1 18 16,-17-18-1,35 1-15,-17-1 16,0 18-16,-1-18 0,19 18 15</inkml:trace>
  <inkml:trace contextRef="#ctx0" brushRef="#br0" timeOffset="79467.28">2505 6279 0,'17'0'31,"1"0"-15,0 0-16,-1 0 62,1 0-46,0-35-16,123 35 15,0 0-15,106 0 16,-18 0-16,159 0 16,-88-17-16,17 17 15,-17 0-15,-17 0 16,52-36-16,-106 36 15,-17 0-15,-36 0 16,0 0-16,-87 0 16,-1 0-16,-53 0 15,-17 0 126,-1 0-125,107 0-16,-36 0 0,0 0 15,-17 0 1,-1 0-16,-52 0 0,17 0 15,-17-17 1,0 17-16,-1 0 16,1 0-1,-18-18 1,35-17 0,-17 35-16,17 0 15,-17 0-15,-1 0 16,1 0-1,17 0 95,0 0-95,18 0-15,-35 0 16,35 0-16,17 0 16,-17 0-16,-35 0 15,17 0-15,1 0 16,-19 0 0,1 0 15,0 0-31,-1 0 31,1 0 63,-1 0-79,36 0 1,-35 0 0,0 0-16,17 0 15,-17 0 1,-1 0 0,1 0-1,-1 0-15,1 0 47,0 0 156,-1 0-172,1 0 1,0 0-17,-1 0 17,19-18 30</inkml:trace>
  <inkml:trace contextRef="#ctx0" brushRef="#br0" timeOffset="97289.6">14676 14975 0,'52'0'31,"37"0"-31,34 0 16,-70 0-16,88 0 15,0 0-15,18 0 16,-18 0-16,-17 18 16,-1 0-16,36-18 15,-18 0-15,-18 0 16,1 17-16,52 19 15,-52-36-15,-1 0 16,1 17-16,-18-17 16,17 0-16,-35 0 15,-17 0-15,17 0 16,-18 0-16,-34 0 16,34 0-16,-17 0 15,35 0-15,-17 0 16,17 0-16,18 0 15,18 0-15,34 0 16,-52 0-16,18 0 16,-1 0-16,0 0 15,-34 0-15,-19 0 16,-17 0-16,71 0 16,-71 0-1,-18 0-15,18-17 16,-18-1-16,-17 18 15,17 0-15,0-35 0,-17 35 16,35-18 0,17 0-16,-34 18 15,34 0-15,107 0 0,-72-35 16,1 35 0,0 0-16,70 0 15,-87 0-15,-1 0 16,35 0-16,-34 0 15,-1 0-15,0 0 16,35-18-16,-17 1 16,-18 17-16,-17-18 15,-36 18-15,18 0 16,18 0-16,-36 0 16,18 0-16,0 0 15,-36 0-15,36 0 16,0 0-16,-17 0 15,-1 0-15,0 0 16,-17 0 0,-1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48:25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11201 6720 0,'0'18'109,"0"53"-78,35 17-31,-17-35 16,-1-18-16,1-17 16,-18 17-16,18-17 15,34-1 141,-34 1-140,-18-1 0,35 1-16,1-18 15,-36 18 1,17-18 0,71-53-1,-17-18-15,52-35 16,-52 1-16,17 16 15,-17 19-15,17-1 0,-17 1 16,-19 34 0,19-16-16,-36 16 15,1 1-15,-19 35 16,1-18 0,-1 1-1,-17-1 1</inkml:trace>
  <inkml:trace contextRef="#ctx0" brushRef="#br0" timeOffset="2547.85">8696 8767 0,'0'17'0,"0"36"16,0 0-16,35 0 16,-35-18-16,36-17 15,-19 35-15,-17-36 16,18 1-16,-1-18 156,36 0-125,88-71-31,18 19 16,0-19-16,-18 36 16,18-18-16,-89 53 15,71 0-15,-52-18 16,-36 18-16,-36 0 16,-17-17 124</inkml:trace>
  <inkml:trace contextRef="#ctx0" brushRef="#br0" timeOffset="9423.62">5327 8343 0,'18'18'141,"17"-18"-110,71 0-31,141 0 16,-53 35-16,53-35 16,-18 0-16,-17 0 15,17 0-15,-53 0 16,1 0-16,-54 0 15,-17 0-15,0 0 16,0 0-16,-36 0 16,18 0-16,1 0 15,-54 0-15,35 0 16,-34 0-16,17 0 16,-18 0-16,-17 0 15,-1 0 1,1 0-1,35 0-15,-36 0 16,19 0-16,-1 0 16,18 0-16,-18 0 15,36 0-15,-18 0 16,-1 0-16,1 0 16,-35 0-16,35 0 15,0 0-15,-18 0 16,0 0-16,18 0 15,-17 0-15,-1 0 16,0 0-16,0 0 16,1 0-16,-1 0 15,-17 0 1,-1 0-16,1 0 16,17 0-16,0 0 15,-17 0-15,35 0 16,-18 0-1,18 0 1,-35 0-16,17 0 16,36 0-16,-54 0 15,-17-18-15,18 18 16,0 0 0,-1 0 15,-17-17 78,18 17 32,0 0-32,-1 0-109,1 0 16,-1 0-1,1 0-15,0 0 16,-1 0 31</inkml:trace>
  <inkml:trace contextRef="#ctx0" brushRef="#br0" timeOffset="23570.21">5786 10971 0,'17'0'0,"1"0"31,17 0-15,0-17-1,18-1-15,18-35 0,-1 36 16,72-36 0,-19 35-16,71 0 15,-71-17-15,107 17 16,-71 1-16,-36 17 15,-17 0-15,-18 0 0,18 0 16,-71 0 0,36 0-16,-1 0 15,-34 0-15,16 0 16,-16 0-16,17 0 16,0 0-16,-1 0 15,-34 0-15,35 0 16,-35 0-16,-1 17 15,1-17-15,0 0 16,17 0 0,-17 0-1,17 0 1,-18 0-16,1 0 16,0 0-16,-1 0 15,19 0 110,-1-17-125,0-18 16,-35 17-16,18 18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48:58.0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1552 6844 0,'0'53'78,"0"35"-78,0-17 16,0-19-16,0 19 15,0 0-15,0-19 16,0 1-16,0 0 16,0-17-16,0-19 15,0 19-15,0-1 16,0 0-16,0-17 16,0-1-16,0 19 15,0 17-15,0-36 16,-17 54-16,17-36 15,-18 0-15,18-17 16,0 0-16,-18-1 16,18 1 15,0-1-31,0 1 16,0 0-16,0-1 31,0 1 0,0 0-15,0-1-1,0 1-15,0 0 32,0-1-17,0 1 1,0 35-1,0-18-15,0-17 16,0 17 0,0 18 93,-17-35-93,17-1-16,0 1 15,-18-18-15</inkml:trace>
  <inkml:trace contextRef="#ctx0" brushRef="#br0" timeOffset="7213.91">5274 13688 0,'18'0'93,"35"17"-93,35 19 16,0-19-16,35 1 16,36 0-16,0 17 15,-18-35-15,35 18 16,1-18-16,34 0 16,-34 0-16,-1 0 15,-17 17-15,-53-17 16,0 0-16,-18 0 15,-35 0-15,-18 0 16,0 0-16,-17 0 78,35-53-78,-35 36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49:11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2963 8114 0,'-17'123'94,"17"-17"-94,-18 18 16,0-1-16,-17 1 15,35-54-15,0-17 16,0 0-16,0-18 16,0 1-16,0-19 15,0 1-15,0-1 16,0 1-16,0 17 16,0-17-16,0 17 15,0-17-15,0 0 16,0 17-16,0-18 15,0 19-15,0-1 16,0 0 0,0-17-16,0 0 15,0 17-15,0 0 16,0 18-16,0 35 16,0-17-16,0-1 15,0-17-15,0 18 16,0-1-16,0-34 15,0 34-15,0-17 16,0-35-16,0 35 16,0 0-16,0 0 15,0 35-15,0-18 16,0 18-16,0 1 16,0 17-16,0-54 15,0 37-15,0-19 16,0-35-16,0 18 15,0-17-15,0 17 16,0-18-16,0 18 16,0 0-16,0-18 15,0 18-15,0-18 16,0 0 0,-18 1-16,18 17 15,0-36-15,0 19 0,0-1 16,0-18-1,0 1 1,-17 17 0,17 1-16,-18 17 15,18-36-15,-17 36 16,17-35-16,0 35 16,0-18-16,-18 0 15,18 1-15,-18 16 16,18-16-16,-17-1 15,17 18-15,0-35 16,0 17-16,-18 0 16,18-17-16,-18 35 15,18-18-15,0 35 16,0-52-16,-17 35 16,17-18-16,0 1 15,0-1-15,0-17 16,0-1-16,0 1 15,0-1-15,0 1 16,0 0-16,0-1 16,0 1-1,0 17 1,0 18-16,0-18 16,0 1-1,0-19 1</inkml:trace>
  <inkml:trace contextRef="#ctx0" brushRef="#br0" timeOffset="3875.37">4833 10971 0,'18'0'0,"-1"18"16,1 0-16,0-1 15,17-17 1,0 0-16,0 18 16,54-18-16,34 0 15,54 0-15,-36 0 16,35 0-16,0 0 16,1 0-16,34 0 15,-34 0-15,-1 18 16,-52-18-16,-1 35 15,-35-35-15,-35 0 16,0 0-16,-35 0 16,17 0-16,18 0 15,18-18-15,-36 1 16</inkml:trace>
  <inkml:trace contextRef="#ctx0" brushRef="#br0" timeOffset="6062.22">5027 9049 0,'18'0'31,"88"0"-31,52 0 16,107 0-16,193-53 15,36 18-15,-35-54 16,-18 54-16,-35-18 15</inkml:trace>
  <inkml:trace contextRef="#ctx0" brushRef="#br0" timeOffset="7403.4">5997 9719 0,'141'0'62,"36"0"-46,-54 0-16,106 0 15,36 0-15,35 0 16,53 0-16,-36 0 16,1 0-16,-18 0 15,-36 0-15,-35-53 16,-176 35-16,-35 18 16,0 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49:27.1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6368 12188 0</inkml:trace>
  <inkml:trace contextRef="#ctx0" brushRef="#br0" timeOffset="615.51">5944 12188 0,'36'18'63,"69"0"-48,-16-18-15,34 0 16,53 0-16,-70 0 16,106 0-16,-36 0 15,36 0-15,-36 0 16,18 0-16,-17 0 15,-18 0-15,-18 0 16,17 17-16,-34 19 16,-36-36-16,0 17 15,-17 1-15,-1 0 16,-34-18-16,-19 0 16</inkml:trace>
  <inkml:trace contextRef="#ctx0" brushRef="#br0" timeOffset="2249.69">6985 11448 0,'0'-36'63,"-18"-34"-63,1-18 0,-19-18 15,36 53-15,-17 0 16,-1 0-16,1 18 16,-1 17-16,18-17 15,-18 35 1,1-18-16,-1 18 31,18-17-31,-18 17 31,1 0-31,-1 0 16,-17 0 0,-53 0-1,35 0-15,-18 0 16,1 0-16,34 0 16,-34 0-16,-1 0 15,18 17-15,0-17 16,-17 35-16,-18-35 15,35 18-15,-18 17 16,18-17-16,-17-18 16,52 0-16,-35 18 15,18-1-15,17-17 16,1 18-16,-19 0 16,1-18-1,17 0 1,18 17-1,-17 1 1,-1-18-16,0 35 16,-17 18-16,18-18 15,-1-17-15,-17 17 16,17 1-16,0-1 16,-17-18-16,0 54 15,-1 0-15,1-19 16,0-16-16,-18-1 15,53-17-15,-35-18 16,35 17-16,-18 1 16,53-36 109</inkml:trace>
  <inkml:trace contextRef="#ctx0" brushRef="#br0" timeOffset="3615.49">5256 11165 0,'0'36'140,"0"17"-140,0 0 16,-17 17-16,17-17 16,-36 0-16,19 0 15,-1-36-15,18 36 16,-17-53-16,17 18 16,70-18 359,36-18-360,-18 1-15,36-1 16,-1 0-16,36 18 15,-18 0-15,-53 0 16,-17 0-16,-36 0 16,-17 0-16</inkml:trace>
  <inkml:trace contextRef="#ctx0" brushRef="#br0" timeOffset="5889.31">3369 13088 0,'35'18'78,"1"-18"-62,-19 0-16,18 0 16,36 0-16,-18 0 15,70-18-15,-17 18 16,35-18-16,-17-17 16,35 35-16,-18 0 15,-18 0-15,-35 0 16,36 0-16,-36 0 15,-17 0-15,17 0 16,35 18-16,1-1 16,-36-17-16,35 18 15,-34 17-15,16-35 16,-16 18-16,-19-18 16,-17 0-16,0 0 15,-18 0-15,-17 0 16,17 0-16,0 0 15,-17 0-15,17 0 16,-17 0 0</inkml:trace>
  <inkml:trace contextRef="#ctx0" brushRef="#br0" timeOffset="10182.61">4075 12453 0,'0'-35'31,"0"17"-15,-18 18-16,0-35 15,1 35-15,-19-35 16,1 17-1,17 0-15,1 1 32,-1 17-32,1 0 31,-1-18-31,0 0 16,1 18-1,-1 0-15,18-17 16,-18 17-16,1-18 15,-1 0-15,0 18 16,-17-17-16,0 17 16,17 0-16,-17 0 15,17 0-15,-17 0 16,-53 17-16,53-17 16,-18 36-16,53-19 15,-36 19-15,1-19 16,35 1-16,0 17 15,-18-35-15,-34 35 16,52 1-16,-18-1 16,0 0-1,1-17-15,-1 0 16,18 17-16,0-17 16,-18-1-16,18 1 15,-17-1-15,17 1 16,0 0-16,0-1 15,0 36-15,0-17 16,35-1 0,-17 0-16,-1 0 15,1-35-15,17 36 0,-17-1 16,-1-17 0,1-1-1,-18 1-15,18-1 16,-1 1-16,1-18 15,0 0 1,-1 18 0,1-18-1,0 17 1,-18 1-16,35-18 16,-18 0-1,19 0-15,-19 0 16,1 0-1,0 0-15,17 0 16,0 0-16,89 0 16,-71 0-16,17 0 15,1 0-15,-1 0 16,-34 0-16,-1 0 16,0-18-16,18 1 15,-18-19-15,-17 1 16,0-18-16,-1 18 15,36 0-15,-53-1 16,18 19-16,-1-18 16,-17-1-16,0 1 15,18 35-15,-18-18 16,0 1-16,0-1 47,0 0-32,-18 18 17,18-17-17,-17 17 1,17-18 0,-18 1-1,1 17 16,17-18-15,-18 0-16,0 18 16,1-17-1,17-1-15,0 0 16,-36 18-16,19-17 16,17-1-1,-18 0 16,0 18-31,1-17 32,-1-1-17,1 18 1,-1-18 15,0 1-15,-17-18-1,17 35 1,18-18 15,-17 18-31</inkml:trace>
  <inkml:trace contextRef="#ctx0" brushRef="#br0" timeOffset="13569.44">10107 14393 0,'0'18'47,"0"35"-47,0-18 16,0 0-16,0 1 16,0-1-1,18-17 1,-18 17-16,17-17 15,-17-1-15,18 36 16,0-53-16,-18 35 16,17-70 124,71-35-140,-52 34 16,34-34-16,18 17 16,1-35-16,-36 52 15,35-17-15,18 18 16,-1-35-16,-16 34 15,-36 19-15,-18-19 16</inkml:trace>
  <inkml:trace contextRef="#ctx0" brushRef="#br0" timeOffset="31496.59">6597 15469 0,'18'0'78,"34"36"-62,1-19-1,71 1-15,88-18 0,-54 0 16,19 0-16,-71 0 15,17 0-15,-35 0 16,0 0-16,18 0 16,35 0-16,-52 0 15,-19-18-15,36 1 16,-71 17 0,18-18-16,0 18 15,-18 0-15,1-18 16,-1 18-16,0 0 15,18 0-15,0 0 16,-18 0-16,36 0 16,-1 0-16,1 0 15,-36 0-15,36 0 16,-36 0-16,-17 0 31,17 0 141,-17 0-172,-1 0 16</inkml:trace>
  <inkml:trace contextRef="#ctx0" brushRef="#br0" timeOffset="33721.33">5803 12153 0,'0'18'109,"106"17"-109,88-35 16,53 0-16,18 0 15,17 0-15,-71 0 16,-69 0-16,34 0 16,-17 0-16,-53 0 15,-1 0-15,-52 0 16,-17 0-16,-19 0 109,54 0-93,17 0-16,-35 0 15,-18 0-15,36 0 16,-36 0-16,18 0 16,-18 0-16,0 0 15,-17 0-15,0 0 16,-1 0 140,1 0-156,0 0 31,-1 0-15</inkml:trace>
  <inkml:trace contextRef="#ctx0" brushRef="#br0" timeOffset="35922.99">9560 14340 0,'0'0'0,"-35"-17"16,17-19-16,-17 19 16,0-18-1,17 17 1,-17-17 0,17 35-1,1 0 1,17-18-1,-18 18 1,0 0 0,1 0-16,-19 0 31,19 0-31,-1 0 16,-17 0-16,17 18 15,-88 17-15,53 18 16,18-18-16,0 0 15,-18 36-15,35-18 16,-35 0-16,36-18 16,-18 0-16,-1 1 15,36-1-15,0 0 16,-17-17-16,-1 35 16,0-18-16,18 0 15,-17 1-15,17-19 16,-18 1-16,18 17 15,0 18-15,0-35 16,0 35-16,0 17 16,0-35-1,0-17-15,0 0 16,0 17-16,18-17 16,35 17-16,-18 18 15,-17-18-15,34 18 16,-16-18-16,-1-35 15,-17 36-15,-1-19 16,1 18 0,0-35-16,-1 18 15,1-18-15,17 35 16,-17-17-16,-1-18 16,19 0-1,-19 0 1,1 0-1,0 0-15,-1 0 16,36-35-16,-18-1 16,36-34-16,17-18 15,-53 17-15,36 18 16,-36 18-16,18-18 16,-35 35-16,17-17 15,-17 0-15,-1 0 16,1-18-16,0 17 15,-18-34-15,0 52 16,0-35-16,17 0 16,-17-17-16,18-18 15,-18 70-15,18-53 16,-18 19-16,0-1 16,0 0-1,0 35 1,0 0-16,0 1 15,-18 17 1,18-18 0,-18 0-1,1 18 1,-1 0-16,18-17 16,-18 17-16,1-18 15,-1 1 1,-17 17-16,0 0 15,17-18-15,-17 18 16,17 0-16,0-18 16,1 18-16,-1 0 15,-17 0-15,17 0 16,1 0-16,-19 0 16,19 0-16,-19 18 15,1-18-15,0 0 16,17 18-16,0-1 15,-17 18-15,0-17 16,17-18-16,-17 18 16,0-1-16,-18 19 15,18-19-15,17 1 16,0-18-16</inkml:trace>
  <inkml:trace contextRef="#ctx0" brushRef="#br0" timeOffset="38000.87">9507 16827 0,'18'0'78,"0"0"-62,17 0-16,18 0 15,53 0-15,17 0 16,36 0-16,35 0 15,-18 0-15,89-17 16,-18 17-16,17 0 16,-34 0-16,-1-35 15,36 35-15,-89 0 16,36 0-16,-71 0 16,35 0-16,-88 0 15,18 0-15,-18 0 16,36 0-16,-54 0 15,19 0-15,-72 0 16,71 0-16,-17 0 16,0 0-16,-19 0 15,72 0-15,-36 17 16,0-17-16,1 0 16,16 0-16,-16 0 15,-54 0-15,18 0 16,-18 0-16,-17 0 15,-1 0-15</inkml:trace>
  <inkml:trace contextRef="#ctx0" brushRef="#br0" timeOffset="38679.39">17057 14252 0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50:17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3316 8872 0,'124'0'110,"17"0"-95,-18 0-15,-35 0 16,1 0-16,52 0 15,70 0-15,-34 0 16,-1 0-16,-17 0 16,35 0-16,18 36 15,-1-19-15,19 1 16,69 17-16,37 18 16,-107-18-16,-18-35 15,-52 36-15,18-36 16,17 17-16,-71-17 15,-35 0-15,-35 0 16,-17 0-16,-19 0 16,1 0-1,-1 0 1,1 0 0,17 0-16,-17 0 15,123 0-15,-53 18 16,36-18-16,-54 0 15,19 0-15,-37 0 16,19 0-16,-36 0 16,36 0-16,-36 0 15,18 0-15,0 0 16,-35 0-16,-1 0 16</inkml:trace>
  <inkml:trace contextRef="#ctx0" brushRef="#br0" timeOffset="1846.7">3016 10037 0,'0'17'15,"53"1"1,-18 17-1,1-35-15,-19 0 16,1 0-16,0 0 16,-1 0-16,19 0 15,-1 0-15,0 0 16,-17 0-16,17 0 16,0 0-16,18 0 15,0 0-15,-18 0 16,18 0-16,0 0 15,0 0 1,-35 0 0,17 0-16,-17 0 15,-1 0-15,1 0 16,0 0-16,-1 0 16,1 0 202,0 0-202,-1 0-16,1 0 16,-1 18-16,19-18 15,-19 0-15,1 0 16,0 0-16,-1 17 15,19-17 1,-19 18 0,1-18-1,0 0 1,-1 0 15,18 18-15,-17-18-1,0 0 1</inkml:trace>
  <inkml:trace contextRef="#ctx0" brushRef="#br0" timeOffset="8800.54">2187 14746 0,'0'18'15,"18"17"1,17 0-1,-17-35 48,-18 18-63,17-18 31,1 0 16,-18 18-31,53-54 77,-35 19-77,-1-1-16,54-17 16,88-36-16,-36 36 15,0 17-15,-34 1 16,-19-1-16,1 0 16,17 1-16,-70-1 15,-1 18-15</inkml:trace>
  <inkml:trace contextRef="#ctx0" brushRef="#br0" timeOffset="11310.34">15328 14534 0,'0'0'0,"-35"-35"15,0 0 1,-1 0-16,36 17 16,-17 18-16,-1-18 15,-17-17-15,17 35 16,1-18-16,17 1 16,-36-1-1,1 18-15,17-18 0,-35-17 16,36 18-1,-1 17-15,0 0 16,-17-18-16,0 18 16,0 0-16,-1 0 15,-105 0-15,71 0 16,17 0-16,18 0 16,-18 0-16,0 0 15,17 18-15,1 17 16,-35-18-16,17 1 15,0 17-15,17-17 16,-16 0-16,16 17 16,1-35-16,17 18 15,1-1-15,-1 1 16,0 0 0,1-1-1,-1 1-15,18-1 16,0 19-16,-17-19 15,-1 1-15,18 17 16,-18-17-16,18 17 16,0-17-16,0-1 15,0 36-15,0-35 16,0 35-16,0-35 16,0-1-16,0 36 15,0 0-15,0-18 16,36 18-16,-19 0 15,18 0-15,1 0 16,-1-35-16,-35 17 16,35 18-16,18 0 15,-18-36-15,1 19 16,-19-1-16,19 0 16,52 36-16,-71-36 15,19 0-15,-19-35 16,19 18-16,-36 0 15,53-1-15,-36 1 16,36-18-16,0 18 16,0-1-16,-18 1 15,36-18-15,-1 17 16,1 1-16,-36-18 16,36 0-16,-36 0 15,-17 0-15,17 0 16,36 0-16,-36 0 15,18 0-15,-18 0 16,36-18-16,-54 1 16,36-1-16,-18 18 15,1-35-15,-19 17 16,19 1 0,-1-36-16,0 35 0,-35-17 15,18-1-15,17-16 16,-17-19-1,-1 53-15,1-35 16,0 18-16,-18 0 16,0 0-16,0-18 15,0 17-15,0-16 16,0-1-16,0 35 16,0-17-16,0 17 15,-18-17-15,18 17 16,-18 0-16,18 1 15,-35-18-15,17 17 16,18-35-16,-35 35 16,17 1-16,1-1 15,17 0-15,-18-17 16,1 18-16,-1 17 16,18-18-16,-18-17 15,1 17-15,-1 0 16,0-17-16,1 17 15,-1-17-15,0 18 16,1-1-16,-1 0 16,18 1-16,-17-1 15,-1 18-15,0-18 16,1 1 0,-1 17-1,0 0 1,-17-18-16,-35 0 15,17 18-15,0 0 16,-18 0-16,18 0 16,0 0-16,18 0 15,-18 0-15,0 0 16,36 0-16,-54 0 16,18 0-16,-17 18 15,34 0-15,-34-1 16,34-17-16,1 0 15,17 18-15,1 0 16,-1-18-16,18 17 16,0 1-1,0 17 1</inkml:trace>
  <inkml:trace contextRef="#ctx0" brushRef="#br0" timeOffset="15397.64">14676 14552 0,'0'-18'16,"0"54"77,0-19-77,0 1-16,17 17 16,1 1-16,-1 16 15,1-52 1,-18 18 0,53-36 140,-18 1-156,18-36 15,88-35-15,-70 17 16,-18 36-16,17-36 16,-17 36-1,0 17-15,35-52 0,-35 35 16,0 35-16,-18-18 16,-17 18-16,0 0 15</inkml:trace>
  <inkml:trace contextRef="#ctx0" brushRef="#br0" timeOffset="20151.25">7955 13952 0,'0'36'31,"0"-1"-31,0 0 16,-18 18-16,18-18 16,0 18-16,0 0 15,0-35-15,18 35 16,-18-36-16,35 19 15,-35-19-15,18 1 16,0 0-16,-1-18 31,-17 17 1,0-34 124,53-19-156,0-34 15,0 17-15,0 0 16,0 18-16,17-54 16,19 19-16,-19-1 15,36-17-15,-35 53 16,17-18-16,-18 18 16,-17-1-16,-35 19 15,35-1-15,17 0 16,-34 1-16,-36-1 15,35 1-15,-17 17 16</inkml:trace>
  <inkml:trace contextRef="#ctx0" brushRef="#br0" timeOffset="30569.84">3263 17233 0,'18'0'187,"52"-17"-171,36 17-16,106 0 16,-71 0-16,71 17 15,88 18-15,-54 1 16,-16-1-16,34 0 16,-17 1-16,-17-19 15,-19 1-15,54-18 16,-124 0-16,18 0 15,-53 0-15,-18 0 16,-35 0-16,0 0 16,-36 0-16,1 0 62,-1 0-46,-17-18-1,18 18-15,17-17 16,-35-1 0,18 0-1,0 18-15,-18-17 16,17 17 0,-17-18-1,18 18 1,0 0-1,-18-18 32,17 1-31,1-1 0,-18 0-1,35 18-15,0 0 16,-35-17 156</inkml:trace>
  <inkml:trace contextRef="#ctx0" brushRef="#br0" timeOffset="35670.83">12188 14499 0,'0'18'63,"-35"-53"-48,-18-1 1,36 1-16,-19 0 15,1-1-15,-18-17 16,0 1-16,-17 16 16,-1 1-16,18 0 15,-17 35-15,-36-53 16,53 35-16,-18 1 16,18 17-16,-17 0 15,-1-18-15,36 18 16,-36 0-16,-17 0 15,-35 0 1,-18 0-16,17 0 0,1 0 16,-18 0-1,17 0-15,-17 0 16,18 0-16,-19 0 0,37 0 16,-1 0-1,-18 0-15,71 0 16,1 0-16,34 0 15,-17 18-15,-1-1 16,19 18 0,-36-35-16,35 18 15,0 0-15,-17 17 16,18-35-16,17 18 16,-36-1-1,1 1-15,17 0 16,1-18-16,-19 35 15,-69 18-15,52-36 16,0 1-16,0 0 16,35-18-16,-17 35 15,17-35-15,-17 0 16,17 0 0,1 18-1,-1-18 32,18 17-31,-18 1-1,1 0 1,-1-1 0,1 1-16,-1-1 15,36-34 48,17-89-63,0 53 15</inkml:trace>
  <inkml:trace contextRef="#ctx0" brushRef="#br0" timeOffset="37406.1">8749 14199 0,'0'-17'16,"0"-1"30,0 36 79,-18-1-109,1 1-16,-1 0 16,0-18-16,1 17 15,-1 1-15,18-1 16,-18-17-16,1 0 16,17 18 15,-18 0-16,18 17 1,-18-17 0,1 35-1,17-36 1,0 19 0,-18-19-1,18 18 141,-17 1-156,17-1 16,0-17-16,0-1 16,0 1-1,35-36 188,35 1-203,1 17 16,-36-18-16,18 0 16,-18 18-16,36-17 15,-53-1-15,35 18 16,-18-18-16,-18 1 16,19 17-16,-19 0 15,1-18-15,0 18 16,-1 0-16,1 0 31,17 0-15,0 0-1,-17 0-15,0 0 16,17 0-16,-17 0 16,-1 0-16,1 0 15,17 0-15,1 0 16,-19 0-16,1 0 15,-1 0 1</inkml:trace>
  <inkml:trace contextRef="#ctx0" brushRef="#br0" timeOffset="44431.31">3845 16263 0,'0'-18'62,"230"18"-46,17 0-16,70 0 16,1 0-16,87 0 15,19 0-15,122 0 16,-175 0-16,-54 0 16,-17 36-16,-71-36 15,89 0-15,-106 0 16,-18 0-16,-36 0 15,-17 0-15,-17 0 16,-1 0-16,-34 0 16,-19 0-16,-17 0 15,35 0-15,-35 0 16,18 0-16,-1 0 16,1 0-16,52 0 15,-70 0-15,35 0 16,-35 0-16,-17 0 15,17-18-15,17 18 16,36 0-16,-18 0 16,18 0-16,-18 18 15,36-18-15,-36 17 16,18-17-16,0 0 16,-36 0-16,-17 0 15,-35 0-15,17 0 16,18 0-16,-36 0 15,1 0 1,0 0 31,-1 0-47,1 0 16,0 0-1,-1 0 1,19 0 15,-19 0-31,1 0 31,35 0-15</inkml:trace>
  <inkml:trace contextRef="#ctx0" brushRef="#br0" timeOffset="45843.61">12083 16334 0,'17'0'78,"1"0"-63,17 0 1,-17 0-16,35 0 16,-36 0-1,19 0-15,34 0 16,-17 0-16,0 0 15,88 0-15,-53 0 16,36 0-16,-18 0 16,-1 0-16,-16 0 15,-19 0-15,1 0 16,-18 0-16,0 0 16,0 0-16,-18 0 15,18 0-15,-18 0 16,0 0-16,1 0 15,16 0-15,-34 0 16,35 0-16,35 0 16,-35 0-16,0 0 15,18 0-15,-1 0 16,18 0-16,-35 0 16,18 0-16,-18 0 15,0 0-15,-36 0 31,1 0-15,17 0 0,-17 0-1,0 0-15,17 0 16,-18 0-16,19 0 16,-19 0-16,19 0 15,-1 0-15,-17 0 16,17 0-16,-18 0 15,1 0-15,17 0 16,-17 0-16,17 0 16,1 0-16,-1 0 15,-18 0 1,1 0 31,0 0-32,-1 0 64</inkml:trace>
  <inkml:trace contextRef="#ctx0" brushRef="#br0" timeOffset="46617.43">16140 16475 0,'35'0'125,"35"0"-109,-52 0-16,35 0 15,-35 0-15,-1 0 16,19 0-16,-19 0 16,1 0-16,-1 0 15,-17 17-15,18-17 16,0 0 62,-1 0-47</inkml:trace>
  <inkml:trace contextRef="#ctx0" brushRef="#br0" timeOffset="49165.96">6826 14182 0,'36'70'47,"-36"-17"-31,17-35-16,18 17 16,-17 0-16,0 1 15,17 34-15,0-35 16,1 1-16,-1-1 15,-18 0-15,-17-17 16,18-18-16,0 0 78,-1-35-78,19-18 16,-19 35-16,19-35 15,-1 0-15,35-17 16,-34 17-16,17 0 16,0 0-16,-1 18 15,1-18-15,-17 17 16,-1 1-16,0 18 16,0-19-16,-17 19 15,0 17-15,-1-18 16,-17 0-1,18 18-15</inkml:trace>
  <inkml:trace contextRef="#ctx0" brushRef="#br0" timeOffset="56328.96">13688 16404 0,'0'18'94,"0"17"-79,0 0 1,0-17-16,0 0 15,0 17-15,0-17 16,0-1 0,0 1-16,0-1 15,-18 1-15,18 17 16,0 1-16,0-19 16,-18 19-1,18-1-15,0-18 16,0 1-16,0 0 15,0-1-15,0 1 16,0 0-16,0 35 16,0-18-16,0 18 15,0-36 1,0 36-16,0-17 16,-17-19-16,17 19 15,-18 16-15,18-16 16,-17-1-1,-1-17-15,18 17 16,-18 18-16,18-36 16,-17 36-16,-1-17 15,18-19-15,-18 1 16,1 0-16,17 17 16,0-17-16,-18-1 15,-17 18-15,17-17 16,18 0-16,0-1 15,-35 19-15,17-19 16,1 1-16,17 0 16,-18-1-16,0 1 15,1-1-15,-1 1 16,0 17-16,1 1 16,-1-19-16,18 1 15,-17 0-15,-19 17 16,1 18-1,0-36-15,-1 19 16,1 17-16,0-18 16,-18 18-16,18-18 15,-1 0-15,1 1 16,0-1-16,17-17 16,-17-1-16,17 1 15,1-1-15,-19 1 16,19 17-16,-36-17 15,18 17-15,-1 18 16,-17-18-16,-88 36 16,71-36-16,-1 1 15,1-1-15,-1 0 16,-35 0-16,71-35 16,-36 36-16,-35-19 15,18-17-15,18 0 16,-18 0-16,35 0 15,-18 0-15,1 0 16,17 0 0,0 0-16,0 0 0,17 0 15,19 0 1,-36 0-16,-18 0 16,54 0-16,-54 0 15,18 0-15,0 0 16,-17 0-16,-1 0 15,-17 0-15,17 0 16,-17 0-16,0-35 16,18 17-16,-1 1 15,0 17-15,-17 0 16,-35-35-16,35 35 16,-36-18-16,1 0 15,-1 1-15,18-19 16,18 19-16,-18-19 15,18 19-15,18-19 16,-1 19-16,0-1 16,36 1-16,-35-19 15,17 36-15,35-17 16,-53-1-16,36 18 16,18-35-16,-36 35 15,17-18-15,1 0 16,-18-17-16,0 0 15,0 35-15,0-18 16,1-17-16,16 17 16,-17 1-16,0-1 15,18 0-15,17 1 16,-17-1-16,0 18 16,17-17-1,1 17-15,-1-18 16,0 18-1,1 0 1,17-18-16,-36 1 16,19-1-1,-1 18 1,-17-18-16,17 18 47,1 0 15</inkml:trace>
  <inkml:trace contextRef="#ctx0" brushRef="#br0" timeOffset="57693.8">8414 18045 0,'-18'0'78,"0"0"-62,-52 0-16,-18 0 15,17 0-15,18 0 16,-17 0-16,-1 0 16,-17 0-16,0 0 15,35 0-15,18 0 16,-18 0-16,0 0 15,35 0-15,-35 0 16,36 0-16,17 17 234,35 1-218,-18-18-16,1 17 31,-18 1-31,18-18 16,-1 18 0,-17-1-1,18 1 1,0 0-1,-1 17-15,-17-17 16,18 17-16,0-17 16,17 17-16,-35 0 15,17 0-15,1-35 16,0 53-16,17-35 16,-17 17-16,-1 18 15,1-18-15,0 1 16,17-1-16,-18 0 15,-17-17-15,0-1 32,18-17-32,-18 18 15,18-18-15,-1 18 32,-17-1-1</inkml:trace>
  <inkml:trace contextRef="#ctx0" brushRef="#br0" timeOffset="63566.2">4639 18133 0,'53'0'63,"35"17"-48,-17 1-15,52 0 16,-17-18-16,17 0 15,-52 0-15,17 0 16,36 0-16,17 0 16,-18 0-16,-17-18 15,-18 18-15,0-18 16,18 1-16,-17 17 16,-1-18-16,-18 18 15,-34 0-15,-19 0 16,36 0-16,-18 0 15,36 0-15,-18 0 16,0 0-16,35 0 16,-35 0-16,17 0 15,-17 0-15,0 0 16,-17 0-16,16 0 16,-34 0-16,17 0 15,-17 0-15,17-18 16,-17 18-16,-18-17 15,18 17-15,-1 0 16,1 0-16,-1 0 16,1 0-1,0 0-15,-1 0 16,19 0-16,105 0 16,-88 0-1,-18 0-15,18 0 0,0 0 16,-36 0-1,36 0-15,-17 0 16,-19 0-16,36 0 0,-35 0 16,-1 0-1,19 0-15</inkml:trace>
  <inkml:trace contextRef="#ctx0" brushRef="#br0" timeOffset="66408.67">3316 18045 0,'71'0'157,"-18"0"-157,-1 0 15,-16 0-15,-19 0 16,1 0-16,0 0 15,17 0-15,0 0 16,-17 0 0</inkml:trace>
  <inkml:trace contextRef="#ctx0" brushRef="#br0" timeOffset="69890.17">9437 17127 0,'0'18'62,"17"17"-62,1-17 16,0 17-16,-1 18 16,1-18-16,0-17 15,17 0-15,-17 17 16,-1-17 0,1-1-16,-1 1 15,-17-1-15,18-17 31,0 0 16,-1-35-47,1 18 16,17-19-16,1-34 16,-1 17-16,18 35 15,-18-17-15,0 0 16,-17 35-16,0-18 15,-1 0 1,1 18 0,0 0 77</inkml:trace>
  <inkml:trace contextRef="#ctx0" brushRef="#br0" timeOffset="76844.39">8220 13652 0,'-18'0'47,"0"0"0,1 0-47,-18 18 16,-1 17-16,1-17 15,35 0-15,-35-1 16,-1 1-16,19 17 16,-1-17-16,-17-18 15,17 18-15,1-1 16,-1-17 0,0 18-16,1-18 46,-1 0-30,18 17-16,-18 1 16,1-18-1,-1 18 1,0 17 0,1-35-16,-1 18 15,18-1 1,-17 1-1,-1-18 1,18 18 15,0-1 47,-18-17-15,18 18-32,-17-18-31,17 17 16,-18-17-1,18 18-15,-18-18 47,18 18-47,-17-1 32,-1 1-17,0-18 1,18 18-16,-17-18 15,17 17 1,-18-17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51:43.9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3634 8961 0,'-18'0'0,"-17"0"15,-1 0-15,1 0 16,0 0-16,17 0 16,1 0-1,-19 0-15,1 0 16,88 0 125,-35 0-126,-1 0-15,1 17 16,-1 1-16,1-18 15,17 0-15,18 0 16,-17 0 0,17 0-16,17 0 15,18 0-15,-17 0 16,35 0-16,17 0 16,-17 0-16,53 0 15,17 0-15,53 0 16,-17 0-16,-36 0 15,1 0-15,-36 0 16,-53 0-16,18 0 16,-18 0-16,-17 0 15,-54 0-15,36-18 16,-35 18-16,0 0 16,-1 0-16,18 0 15,-17-17 1,35 17-16,-18 0 15,18 0-15,0 0 0,-18 0 16,18 0 0,-35 0-16,35 0 15,-35 0-15,17 0 16,0 0-16,-17 0 16,17 0-16,-17 0 15,-1 0-15,1 0 16</inkml:trace>
  <inkml:trace contextRef="#ctx0" brushRef="#br0" timeOffset="2660.81">5503 7091 0,'0'17'63,"0"19"-47,-17-1-16,17-17 15,0 17-15,0-17 16,0-1-16,0 1 15,0-1-15,17 1 16,1 0 0,-18-36 62,53-17-78,-18 0 15,18-1-15,-35-17 16,35 0-16,52-52 16,-34 16-16,-18 54 15,0 0-15,0 0 16,-18-18-16,-17 35 16,17-17-16,0 17 15,-17 18-15,-18-18 16,18 18-1,-18-17-15,17 17 0,1 0 16,-18-18 15</inkml:trace>
  <inkml:trace contextRef="#ctx0" brushRef="#br0" timeOffset="8517.37">6773 7990 0,'0'18'16,"18"0"-16,0-1 15,-1-17-15,1 18 16,-18 0 0,18-18-16,-1 0 31,1 0 156,35 0-171,0 0-16,35-18 16,0 18-16,71-35 15,-18 17-15,71 0 16,-54 18-16,-17-17 16,18 17-16,-35-36 15,-36 36-15,-18-17 16,-17 17-16,0 0 15,-35 0-15,-1 0 16,1 0 0,0 0-1,17 0 1,0 0-16,18 0 16,-17 0-1,-1-18 1,-18 18-16,19 0 15,-19 0 1,19-17-16,-19-1 16,19 18-1,-19 0-15,1 0 16,17 0 0,0 0-1,-17 0-15,17 0 16,1 0-16,-19 0 31,1 0-15</inkml:trace>
  <inkml:trace contextRef="#ctx0" brushRef="#br0" timeOffset="14058.67">5133 11765 0,'35'0'47,"0"-18"-47,18 1 16,18-18-16,-18 17 15,17 0-15,-17 1 16,18-1-16,35-17 15,-36 17-15,18 18 16,1 0-16,16-18 16,-16 18-16,-36 0 15,70 0-15,1 0 16,-19 0-16,54 0 16,-18 0-16,-17 0 15,-1 0-15,1 0 16,17 0-16,-18 0 15,-35 0-15,36 0 16,-36 0-16,0 0 16,-52 0-16,-1 0 15,0 0-15,-17 0 16,-1 0-16,19 0 16,-19 0 93,36 0-109,-17 0 16,-1 0-16,0 0 15,18 18-15,-35-18 16,52 0-16,-17 18 15,35-1-15,-17 1 16,-18-18-16,0 18 16,-18-18-16,18 0 15,-35 0-15,17 0 16,-18 0-16,1 0 16,0 0-1</inkml:trace>
  <inkml:trace contextRef="#ctx0" brushRef="#br0" timeOffset="19450.64">5856 9084 0,'18'18'47,"-1"-1"-32,1 19-15,-18-19 16,18 18-16,-1-17 16,-17 0-16,18-18 15,-18 17-15,0 1 32,18 0-1,-1-18-31,-17 17 31,18-17 0,-18 18-15,70-53 78,-17-1-79,36 19-15,-19-19 16,18 1-16,18 18 16,-35-19-16,17 19 15,-18-1-15,-17 18 16,0 0-16</inkml:trace>
  <inkml:trace contextRef="#ctx0" brushRef="#br0" timeOffset="22513.01">5168 11642 0,'71'-18'234,"17"0"-218,35-17-16,89 17 15,-71 18-15,71 0 16,0 0-16,52 0 15,-35 0-15,1 0 16,-19 0-16,1 0 16,-71 0-16,-17 0 15,-36 0-15,-18 0 16,1 0-16,-53 0 16,17 0-16,-18 0 15,1 0 16,0 0-15,-1 0-16,36 0 16,18 0-16,-53 0 15,52 0-15,18 18 16,-17-18-16,-18 18 16,35-1-16,-35-17 15,17 0-15,1 0 16,-36 0-16,-17 0 15,17 0-15,0 0 16,-17 0-16,0 0 16,-1 0-1,19 0-15,-1 0 16,-17 0-16,-1 0 16,1 0-16,35 0 15,-18 0-15,0 0 16,18 0-16,0 0 15,-18 0-15,18 0 16,0 0-16,-17 0 16,34 0-16,-35 0 15,1 0-15,-1 0 16,18-17-16,-36 17 16</inkml:trace>
  <inkml:trace contextRef="#ctx0" brushRef="#br0" timeOffset="23893.9">7638 7108 0,'0'36'78,"35"-1"-62,-17 18-16,-1-18 15,-17-17 1,18-18-1,52-35 48,1-54-47,70-16-1,-70 16-15,-1 54 16,18-18-16,-17 36 15,-1-36-15,1 35 16,-36 0-16,1 1 16,-1-1-16,-18 0 15,1 1 1,35-1-16,-18 0 16,-17 1-16,17-1 15,1 18-15,-19 0 16,1 0-1,-1 0 157</inkml:trace>
  <inkml:trace contextRef="#ctx0" brushRef="#br0" timeOffset="25567.61">5045 11518 0,'0'0'0,"0"35"16,0 1-1,0-19 1,35 1-1,-35 0 1,35-1-16,-17 1 16,17-18-1,-17 18-15,52-1 16,1 18-16,88-17 16,-36 0-16,89 17 15,-36-35-15,-35 0 16,71 0-16,-36 0 15,36 0-15,-36 0 16,54 0-16,-72-18 16,-52 18-16,18 0 15,-36 0-15,35 0 16,-52 0-16,17 0 16,36 0-16,-107 0 15,72 0-15,-37 0 16,19 0-16,-36 0 15,18 0-15,-35 0 16,35 0-16,0 0 16,-36 0-16,36 0 15,-18 0-15,1 0 16,17 0-16,0 0 16,-18 0-16,35 0 15,-34 0-15,17 0 16,0-17-16,-36 17 15,36-18 1,-35 18-16,-1-18 16,1 18-16,0-17 15,-1 17-15,1 0 16,0-18-16,17-17 16,-18 17-16,1 18 15,0-17 1,-18-1-16,-18 18 156,-35 0-140,0 0-16,-53 0 15,-17 35-15,-18-35 16,-18 0-16,-17 0 16,52 36-16,1-19 15,35-17-15,17 0 16,-17 0-16,35 0 15,-35 0-15,35 0 16,18 0-16,17 0 16,-17 0-16,35 18 15,-53-18-15,17 17 16,19-17-16,-1 0 16,1 0-16</inkml:trace>
  <inkml:trace contextRef="#ctx0" brushRef="#br0" timeOffset="26855.59">7320 11712 0,'-18'0'16,"1"0"-1,-36 35-15,35-17 16,-35 17-16,0 1 16,1 34-16,-19 1 15,18-18-15,-53 0 16,18 0-16,17 17 15,19-52-15,-19 35 16,0 0-16,19-36 16,-19 54-16,18-54 15,18 19-15,0-1 16,-18 18-16,17-18 16,-17 0-16,18-35 15,-35 36-15,17-36 16,17 17-16,-34-17 15,52 0-15,-35 0 16,36 0-16,-36 0 16,17 0-16,1 0 15,-18 0-15,18 0 16,17 0 0,1 0-16,-19 0 15,1 0 1,0-35-16,0 17 15,-1 1-15,-17-36 16,-17 18-16,17-18 16,18 35-16,-1-35 15,1 18-15,-18-36 16,0 18-16,18 18 16,-18 0-16,0 0 15,18-1 1,0 1-16,-1 0 15,1 17-15,0-17 16,17 17-16,0 1 16,-17-1-16,0-35 15,17 35-15,1 1 16,-1 17-16,0-18 16,1 0-1,-1-17-15,-35 35 0,18-35 16,17 0-16,-17 17 15,17 0-15,1 1 16,-1 17-16,18-18 16,-35 0-16,17 18 62,36 18 94</inkml:trace>
  <inkml:trace contextRef="#ctx0" brushRef="#br0" timeOffset="27841.85">4692 11677 0,'0'-18'47,"-35"18"-47,17 0 15,0-17-15,-17 17 16,-35 0-16,34 0 16,-17 0-16,0 0 15,18 0-15,-18 0 16,18 0-16,17 0 16,-52 0-16,35 0 15,17 0 1,0 0-1,36 0 110,0 35-125,-1 0 16,-17-17-16,0 17 16,18 0-16,17-17 15,-17 35-15,35 0 16,-36-18-16,-17-17 16,18 35-16,0 0 15,-18-18-15,35 0 16,-18-17-16,1-1 15</inkml:trace>
  <inkml:trace contextRef="#ctx0" brushRef="#br0" timeOffset="42139.12">3351 8925 0,'36'0'46,"34"18"-30,107-18-16,-1 0 16,0 0-16,36 18 15,-36-18-15,1 17 16,-36-17-16,-18 0 16,36 0-16,-71 0 15,-17 0-15,-18 0 16,35 0-16,-17 0 15,-1 0 1,-52 0-16,35 0 0,0 0 16,-18 0-1,35 0-15,-34 0 0,17 0 16,-36 0-16,36 0 16,-35 18-1,-1-18 1,-34-18 171,-107 1-187,-52 17 16,-18 0-16,-71 0 16,-140 0-16,34 0 15,54 0-15,-1 0 16,54 0-16,-1 17 15,106 1-15,71-1 16,-35-17-16,52 18 16,36-18-16,35 18 93,70-18-93,36 17 16,18 1-16,52 17 16,36 1-16,88-19 15,-36 18-15,54-17 16,-54-18-16,18 0 16,-35 0-16,-70 0 15,-1 0-15,-17-35 16,-71 35-16,36-18 15,-89 1-15,18 17 16,-18-18-16,-17 18 16,35 0-16,-36 0 15,1 0-15,0 0 32,-1 0-32,1 0 15,-36 0 110,1-35-125,-72 17 16,36 0-1,1 18-15,-19-17 16,-17 17-16,-106-18 16,70 0-16,-52 18 15,0-17-15,-1 17 16,1 0-16,-36 0 16,-17 0-16,88 0 15,17 0-15,1 0 16,35 0-16,52 0 15,-17 0-15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52:18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6526 7302 0,'36'-17'141,"34"-1"-141,54 1 15,-18 17-15,88-18 16,-18 0-16,0 18 16,1 0-16,34 0 15,-34 0-15,17 0 16,53 0-16,-106 0 16,35 0-16,-52 0 15,-36 0-15,35 0 16,-52 18-16,52-18 15,-87 0-15,34 0 16,-17 0-16,-18 0 16,18 0-16,0 0 15,-35 0-15,52 0 16,-17 0-16,0 0 16,18 0-16,-18 0 15,17 0-15,19 0 16,-1 0-16,0 0 15,53 0-15,-18 0 16,19 0-16,16 0 16,-69 0-16,-1 0 15,0 0-15,-18 0 16,1 0-16,0 0 16,-54 0-16,19 0 15,-19 0 16,1 0-15,-1 0 0,19 0-1,17 0-15,17 0 16,1 0-16,17 0 16,-35 0-16,17 0 15,19 0-15,-36 0 16,17 0-16,-17 0 15,-18 0 1,18 0-16,0 0 0,-35 0 16,17 0-16,0 0 15,-52-18 79,-1 18-94,-17-17 16,-1-19-1</inkml:trace>
  <inkml:trace contextRef="#ctx0" brushRef="#br0" timeOffset="2334.14">5433 7708 0,'35'0'16,"-17"0"-16,-1 0 15,1 0-15,0 0 16,-1-17-1,19-1-15,-19 18 16,18 0-16,1 0 16,17-18-1,-36 1-15,54 17 16,-1 0-16,-17 0 16,35 0-16,-35 0 15,18 0-15,0 0 16,-1 0-16,-35 0 15,-17 0-15,0 0 16,-1 0 0,-34-18 93,-1 0-93,0 1-16,1 17 15,-19 0-15,19-18 16,-18 18-16,-1 0 16,19 0-16,-19 0 15,-17-18-15,18 18 16,0 0-16,0 0 15,-36 0-15,-17 0 16,70 0-16,1 0 16,-1 0 46,36 18 94,-36-18 16,0 0-172,1 0 16,-19 0-16,19 0 16,-19 0-16,1 0 15,18 0-15,-36 0 16,35 0-16,-17 0 15,-1 0-15,19 0 32,-18 0-32,17 0 15,0 0 1,1 0 0,-1 0-16,0 0 15,18 18 63,53 17-62,0-17-16,-18-1 16,-17 1-16,17-18 15,54 18-15,-19-18 16,1 0-16,17 0 15,-53 0-15,53 0 16,-17 0-16,17 0 16,0 0-16,-52 0 15,-1 0-15,-35-18 110,-35 0-95,17 18 1,-17 0-16,-1-17 16,19 17-16,-19 0 15,-17 0-15,36 0 16,-54 0-1,18 0-15,-17 0 16,52 0 0,-17 0-16,17 0 15,1 0-15,-1 0 32</inkml:trace>
  <inkml:trace contextRef="#ctx0" brushRef="#br0" timeOffset="14596.07">4639 10548 0,'18'0'62,"-1"0"-46,19 0-16,-1 0 16,18 0-16,-18 0 15,18 0-15,0 0 16,0-18-16,0 18 15,-36 0-15,54-17 16,-18-1-16,53 18 16,-53 0-16,17-18 15,1 1-15,17 17 16,-18 0-16,1 0 16,-18 0-16,0 0 15,17 0-15,1 0 16,-18 0-16,17 0 15,1 0-15,17 0 16,53 0-16,124 0 16,-89 0-16,1 0 15,-89 0 1,88 0-16,1 0 0,-54 0 16,1 0-1,-36 0-15,70 0 16,-52 0-16,18 0 15,35 0-15,17 0 16,-35 0-16,0 0 16,18 0-16,-18 17 15,18-17-15,-36 36 16,1-36-16,-36 17 16,0-17-16,-17 18 15,-18 0-15,17-18 16,-52 0-16,52 0 15,1 0-15,-36 0 16,36 0-16,-18 0 16,-18 0-16,0 0 15,18 0-15,-18 0 16,18 0-16,-17 0 16,-1 0-16,0 0 15,-17 0-15,35 0 16,-18 0-16,-17 0 15,35 0-15,-1 0 16,-16 0-16,17 0 16,-18 0-16,-17 0 31,-1 0-31</inkml:trace>
  <inkml:trace contextRef="#ctx0" brushRef="#br0" timeOffset="16603.04">8731 8696 0,'0'18'16,"0"17"0,0 35-16,18 19 0,-18-19 15,0 18-15,0 18 16,0-18-16,0 18 15,0-70-15,18 34 16,-18-35-16,0-17 16,17 17-16,1-17 15,-1-18 126,36-35-125,0-18-1,0 17-15,35-52 16,106 0-16,-35-18 15,35 0-15,-17 1 16,34-1-16,-17-18 16,-35 36-16,-36 53 15,-17-1-15,-53 19 16,-53-1 187,-17 18-203</inkml:trace>
  <inkml:trace contextRef="#ctx0" brushRef="#br0" timeOffset="24584.09">3263 11430 0,'35'0'110,"1"0"-95,17 0-15,17-18 16,1 1-16,52 17 15,1-18-15,-36 18 16,35 0-16,54 0 16,-36-18-16,-18 18 15,-34 0-15,-19 0 16,1 0-16,-36 0 16,35 0-16,-17 0 15,-17 0-15,17 0 16,0 0-16,-36 0 15,36 0-15,-18 0 16,1 0-16,17 0 16,-1 0-16,-16 0 15,-1 0-15,18-17 16,-18 17 0,1 0-16,16 0 15,1 0 1,-17 0-16,-1 0 15,35 0-15,-17 0 16,-17 0-16,69 0 16,-16 0-16,16 0 15,1 0-15,0 0 16,-53 0-16,18-18 16,-1 18-16,1-17 15,-36-1-15,36 18 16,-1-18-16,54 18 15,-36-17-15,0 17 16,18 0-16,-53 0 16,17 0-16,18 0 15,-17 0-15,-36 0 16,54 0-16,-37 0 16,1 0-16,-17 0 15,-1 0-15,0 0 16,-17 0-16,35 0 15,-36 0-15,36 0 16,0 0-16,-18 0 16,18 0-16,0 0 15,18 0-15,-18 0 16,0 0-16,0 0 16,-18 0-16,0 0 15,0 0-15,-17 0 16</inkml:trace>
  <inkml:trace contextRef="#ctx0" brushRef="#br0" timeOffset="31959.18">3263 12559 0,'18'-18'141,"52"1"-125,36 17-16,106 0 15,-71 0-15,71 0 16,-36 0-16,36 0 16,-18 0-16,-18 0 15,1 0-15,-1 0 16,-53 0-16,-34 0 15,-19 0-15,-17 0 16,-18 0-16,-17 0 16,35 0-16,-18 0 15,0 0 1,-17 0-16,17 0 16,1 0-1,-19 0-15,1 0 16,70 0-16,-17 0 15,-1 0-15,-17 0 16,0 0-16,35 0 16,36 0-16,-54 0 15,1 0 1,-18 0-16,-18 0 0,0 0 16,18 0-16,-18 0 15,1 0 1,-19 0-1,19 0 48,-1 0-32,-17 0-15</inkml:trace>
  <inkml:trace contextRef="#ctx0" brushRef="#br0" timeOffset="34792.83">2611 10954 0,'17'0'0,"-17"17"16,18 1 0,-1-18-16,1 18 31,-18-1-31,18-17 31,-1 18-31,-17 0 16,18-1-1,0-17-15,-1 0 16,-17 18-16,36 17 16,-19-35-16,-17 18 15,0-1-15,18-17 16,-1 0-16,1 18 15,17-36 142,18-35-142,0 1-15,18-1 16,35-18-16,-36 36 16,36 0-16,-18-1 15,18-17-15,-35 36 16</inkml:trace>
  <inkml:trace contextRef="#ctx0" brushRef="#br0" timeOffset="40316.6">5221 9331 0,'0'0'0,"18"0"0,-1 35 15,1-17-15,17 17 16,-35-17-16,36 17 16,-19-17-16,1 17 15,0 0 1,17 18-16,-18-35 0,1-18 15,0 35-15,-1-35 16,1 18-16,17-18 63,18 0-63,18-18 15,-36-17-15,18-18 16,0 0-16,0 0 15,-36 53-15,1-35 16,0 35-16,-1-18 16,1 1-16,-18-1 15,18 18-15,-1-18 16,-17 1-16,0-1 16,18 0-1,-1 1-15,1-1 16,0 18-1,-18-18-15,17 1 16,1 17-16,0 0 31,-1-18-31,-17 0 16,18 18 0,-18-17 77,18 17-77,-1-18-16,-17 1 16,18-1-1,17-17-15,-17 17 16,-1 0-16,19-17 15,-1-18-15,-17 18 16,-1 35-16,-17-18 16,18 18-1,0 0 1,-1 0 0,1 0-16,-1 0 62</inkml:trace>
  <inkml:trace contextRef="#ctx0" brushRef="#br0" timeOffset="51411.06">3122 12347 0,'53'0'62,"-18"0"-62,1 0 16,52 0-16,-53 0 15,18 0-15,-18 0 16,-17 0 0,-18-17-16,17 17 15,1 0 1,0 0 62,-1 0-62,1 0-16,17 0 15,18 0-15,-17 0 16,-1 0-16,18 0 15,0 0-15,17 0 16,1 0-16,-1 0 16,-52 0-16,53 0 15,-54 0-15,36 0 16,-35 0-16,-1 0 16,1 0-1,17 0 1,-17 0 62,0 0-62,-1 0 15,1 0-16,-1 0 1,1 0 0,-36 0 62,-34 0-63,-1 0-15,-18-36 16,36 36-16,-36-35 16,18 35-16,-35-18 15,18 1-15,17 17 16,0-18-16,35 18 16,-35 0-16,36 0 15,-36 0-15,17 0 16,1 0-16,0 0 15,-18 0-15,35 0 16,-35 0-16,0 0 16,18 0-16,-18 35 15,0-35-15,18 0 16,17 0-16,-35 18 16,18-18-1,18 0 1,17 35 140,0-17-156,17 17 31,1-35-15,-1 18-16,1-1 16,17 1-1,1 0 1,-19-18-1,19 0-15,-1 0 16,0 0-16,0 0 16,-17 0-16,0 0 15,17 0-15,-17 0 16,-1-18-16,1 18 16,-1-18-16,19 1 15,-19 17-15,1 0 16,17 0-16,18 0 15,-35 0-15,35-18 16,-18 18 0,0 0-16,18 0 15,18 0-15,-71-17 250,-18 17-218,1 0-32,-19-18 15,1 18-15,0 0 16,-18 0-16,0 0 15,18 0-15,-18 0 16,0 0-16,17 0 16,-16 0-16,34 0 15,0 0-15,1 0 16,-1 0 0</inkml:trace>
  <inkml:trace contextRef="#ctx0" brushRef="#br0" timeOffset="53273.75">4868 12241 0,'53'0'156,"0"18"-156,18-18 16,17 0-16,0 0 16,36 0-16,-54 0 15,-17 0-15,71 0 16,-54 0-16,18 0 16,-17 0-16,-36 0 15,18 0-15,-35 0 16,17 0-16,-17 0 15,17 0-15,-18 0 16,19 0-16,-1 0 16,-17 0-16,35 0 15,-18 0-15,-17 0 16,-1 0-16,18 0 16,-17 0-16,17 0 15,18 0 1,-17 0-16,-1 0 15,18 0-15,-18 0 16,18 0-16,-18 0 16,0 0-16,18 0 15,0 0-15,-35 0 16,35 0-16,17 0 16,-52 0-16,0 0 15,17 0-15,-17 0 16,-1 0-16,1 0 15,0 0 32,-1 0-31,1 0 0,-1 0-1,1 0 1,0 0-1,-1 0-15,19 0 16,-19 0 0,1 0-1,0 0-15,-1 0 32,1 0-17</inkml:trace>
  <inkml:trace contextRef="#ctx0" brushRef="#br0" timeOffset="59116.49">5733 12577 0,'0'35'15,"17"0"1,-17 18-16,18 0 15,0 0-15,-18-36 16,17 19-16,1 17 16,-18-36-16,0 19 15,17-19-15,1 1 16,0-18-16,-18 17 16,53-52 62,0-35-78,-18 34 15,35-17-15,-17 1 16,0 16-16,18 1 16,-1 0-16,-17 17 15,53-35-15,0 36 16,-18-19-16,-17 36 15,-18 0-15,-18-17 16,0 17-16,-17 0 16,-1 0-1,1 0 1,0 0 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53:32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2346 4427 0,'35'-17'125,"53"17"-109,36-18 0,35 18-16,17 0 0,18 0 15,106 0-15,0 18 16,70 35-16,-70 0 16,-71-36-16,-17 18 15,-36-17-15,1 0 16,-71-1-16,35 19 15,-35-19-15,-71-17 16,18 18-16,-36-18 16,1 0-16,0 0 15,-1 0-15,1 0 16,17 0 62,-17 0-62,35 0-16,0 0 15,0 0-15,17 0 16,1 0-16,-36 0 16,-17 0-16,17-18 187,-17 18-171,-18-17-16</inkml:trace>
  <inkml:trace contextRef="#ctx0" brushRef="#br0" timeOffset="3877.39">6667 4498 0,'0'35'140,"0"-17"-124,0-1-16,0 1 16,0 0-16,18-1 47,0 1-47,-18 0 78,0-1-63,0 1 1,17 0 0,1-18 46,0 0-31,-1 0 16,54-18-31,52-123-16,18 53 15,-17 17-15,-36 18 16,36 18-16,-36-18 16,-18 35-16,-52 18 15</inkml:trace>
  <inkml:trace contextRef="#ctx0" brushRef="#br0" timeOffset="6931.7">2187 3757 0,'0'18'31,"0"-1"-15,0 19-16,0-19 15,-17 19-15,-1-1 16,-17 0 0,35-17-16</inkml:trace>
  <inkml:trace contextRef="#ctx0" brushRef="#br0" timeOffset="11122.93">2240 9737 0,'18'0'156,"35"0"-140,53 0-1,52 0-15,19-18 16,34 18-16,-34 0 16,17 0-16,17 0 15,19 0-15,34 0 16,1 0-16,35 0 15,-71 0-15,-53 0 16,-34 0-16,-90 0 16,-34 0-16,0 0 15,52 0 110,1 0-125,17 0 16,-53 0-16,36 0 16,-1 0-16,-34 0 15,-19 0 1,1 0 62,0 0-62,-1 0-16,19-18 15,-19 18 1,89-35-16,-71 17 15,1 18-15,-19 0 16,1 0-16,-1 0 16,1 0-1,0 0 17</inkml:trace>
  <inkml:trace contextRef="#ctx0" brushRef="#br0" timeOffset="26313.33">1976 11589 0,'35'0'62,"106"0"-62,88-18 16,36 18-16,88 0 15,70 0-15,141 35 16,18 36-16,265 17 16,-282-35-16,70 18 15,-194-1-15,-18 18 16,18-35-16,-229-35 16,-36 17-1,-17-35-15,-106 0 16,35 0-16,-18 0 15,-17 0-15,-35-17 125,-18-1-109,35 18-16,-17 0 16,-1 0-1,1 0-15,0 0 47,17 0-31,-35-18-1,0 1 1,18 17 0,-18-18 31,0 0-1,0 1-14</inkml:trace>
  <inkml:trace contextRef="#ctx0" brushRef="#br0" timeOffset="29771.99">6297 12524 0</inkml:trace>
  <inkml:trace contextRef="#ctx0" brushRef="#br0" timeOffset="31989.83">6703 12382 0,'17'0'16,"36"0"15,18 0-15,-18 0-16,0 0 15,17 0-15,1 0 16,-18 0-16,-18 0 16,36 0-16,-36 0 15,-18 0-15,19 0 16,17 0-16,-36 0 15,36 0-15,-35 0 16,17 0-16,18 0 16,-35 0-16,17 0 15,-17 0-15,17 0 16,0 0-16,-17 0 16,-1 0-16,19 0 15,-1 0-15,18 0 16,0 0-16,0 0 15,53 0-15,52 0 16,-34 0-16,-18 0 16,52 0-16,-34 0 15,52 0-15,-88 0 16,-17 0-16,17 0 16,-53 0-16,36 0 15,-36 0-15,-17 0 16,17 0-16,-17 0 15,17 0-15,0 0 16,-17 0-16,0 0 16,17 0-16,-17 0 15,-1 0-15,1 0 16,0 0 15,-1 0-15,36 0 15,0 0-31,-18 0 16,36-17-16,-18 17 15,17-18-15,-17 18 16,18 0-16,-18 0 16,35 0-16,0 0 15,-53 0-15,36 0 16,-18 0-16,0 0 15,0 0 1,-18 0-16,18 0 16,17 0-16,-52 0 15,53 0-15,-36 0 16,18 0-16,17 0 16,1 0-16,-18 0 15,0 0-15,-18 0 16,18 0-16,-18 0 15,1 0 1,-19 0-16,1 0 16,17 0-16,-17 0 62</inkml:trace>
  <inkml:trace contextRef="#ctx0" brushRef="#br0" timeOffset="35992.68">1940 13335 0,'124'0'109,"87"0"-109,89 0 16,-123 35-16,87-17 15,1 0 1,-1 34-16,-34-34 16,-54-18-16,-17 0 15,-71 0-15,-35 0 16,-35 0-16,-1 0 16,19 0 46,-36-35-46,35 17-16,0 1 15,18-1-15,-18 0 16,1 1-16,34-1 16,-17 18-16,-18-18 15,1 1-15,34 17 16,1 0-16,-54 0 15,54 0-15,-36 0 16,18 0-16,0 0 16,18 0-16,-19 0 15,37 0-15,-19 0 16,-34 0-16,-1 0 16,-18 0-16,1 0 15,0 0-15,-36 0 406,18-18-374,-18 18-17,1 0 79,-1 0 62,1 0-140,-1 0-16</inkml:trace>
  <inkml:trace contextRef="#ctx0" brushRef="#br0" timeOffset="45141.73">1958 16528 0,'53'17'16,"53"1"-1,-1 17-15,-34-17 16,17-1-16,36-17 15,-36 18-15,71-18 16,-36 18-16,18-18 16,-53 17-16,18-17 15,-18 0-15,-17 0 16,-36 0-16,36 0 16,-54 0-16,36 0 15,-17 0-15,-1 0 16,18 0-16,17 0 15,-34 0-15,122 0 16,-34 0-16,-36 0 16,0 0-16,71 0 15,-18 0-15,18 0 16,17 0-16,54 0 16,-1 36-16,-17-19 15,-1-17-15,-34 0 16,34 0-16,-34 18 15,52-18-15,-88 0 16,-35 0-16,-53 0 16,0 0-1,0 0-15,-18 0 16,18 0-16,0 0 16,-18 0-16,36 0 0,-18 0 15,-1 0 1,37 0-16,17 0 15,-18 0-15,35 0 16,-17 0-16,-18 0 16,18 0-16,0 0 15,0 0-15,-18 0 16,0 0-16,0 0 16,-17 0-16,-1 0 15,19 0-15,-54 0 16,0 0-16,36 0 15,-54 0-15,19 0 16,-1 0 0,0 0-16,-17 0 15,52 0-15,-17 0 16,0 0-16,0 0 16,0 0-16,-35 0 15,-1 0-15,1 0 16,0 0-1,17 0 1,-17 0-16,17 0 16,0 0-16,0 0 15,-17 0-15,0 0 16,-1 0 0,1 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54:27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4727 9525 0,'18'-35'62,"-1"-1"-62,19 36 16,17-52-16,0 52 15,105-18-15,-17 18 16,18 0-16,-18 0 16,89 0-16,-19 0 15,-34 0-15,87 0 16,1 0-16,-1 0 16,1 0-16,53 0 15,-89 0-15,-18 0 16,1-35-16,-71 35 15,-17-18-15,-36 18 16,-18 0-16,-52-18 16,0 18 15,-1 0-15,1-17-1,17-1-15,1 0 16,105 18-16,-18 0 15,18 0-15,18 0 16,-71 0-16,36 0 16,-36 0-16,-18 0 15,-34 0-15,17 0 16,-36 0-16,36 0 16,0 0-16,0 0 15,-18 0 1,1 0-1,-19 0-15,19 0 16,-1 0-16,18 0 16,-18 0-16,-17 0 15,35 0 1,-1 0-16,-16 18 16,-1-18-16,18 0 15,-35 18-15,34-18 16,1 17-16,0 1 15,-17-18 1,17 0-16,-1 0 0,-16 0 16,17 0-1,-18 0-15,18 0 0,-18 0 16,18 0-16,-35 0 16,17 0-16,-17 0 15,17 0 1,0 0-16,-17 0 15,-1 0 1,1 0-16,17 0 16,1 0-1,-1 0-15,0 0 16,-17 0 0,-1 0-16,1 0 15,0 0-15,-1 0 16,1 0-16,0 0 15,-18 18 1,17-18 0,1 0-1</inkml:trace>
  <inkml:trace contextRef="#ctx0" brushRef="#br0" timeOffset="10621.81">4427 11642 0,'18'0'172,"17"0"-172,18 0 16,18 0-16,-1-18 0,18 0 15,71 18 1,18 0-16,17 0 16,17 0-16,19 0 15,-19 0-15,-34 0 16,-36 0-16,-35 0 15,-18 0-15,-18 0 16,-17 0-16,-17 0 16,-19 0-16,1 0 15,-1 0 1,36 0 0,-35 0-16,17 0 15,36 0-15,-18 0 16,17 0-16,19 0 15,34 0-15,0 0 16,1 0-16,-36 0 16,0 18-16,36-18 15,-36 0-15,35 0 16,-34 0-16,-1 0 16,-18 0-16,1 0 15,0 0-15,-19 0 16,37 0-16,34 0 15,-35 0-15,36 0 16,35 0-16,-18 0 16,-18 0-16,1 0 15,17 0-15,-53 0 16,35 0-16,-34 0 16,-37 0-16,19-18 15,-53 18-15,52-17 16,-17 17-16,0-18 15,0 18-15,53 0 16,-36 0-16,19 0 16,-1 0-16,18 0 15,-18 0-15,-35 0 16,35 0-16,18 0 16,-18 0-16,18 0 15,-36 0-15,1 0 16,-18-18-16,-18 18 15,0 0 1,-17 0-16,-18-17 16</inkml:trace>
  <inkml:trace contextRef="#ctx0" brushRef="#br0" timeOffset="19306.2">8572 8043 0,'36'53'94,"-19"-17"-94,1-1 15,17-35-15,-17 53 16,-18-36-16,35 1 15,-17 0-15,0-1 235,-1 36-220,18-53-15,-17 35 235,-18-17-220,0 0-15,18-18 16,-1 17-16,1 1 16,-18 0-16,35 17 15,-17-17-15,0-18 78,34-53-62,19-36 0,17 19-16,36-36 15,70-17-15,0-1 16,88-35-16,-17 71 16,52-53-16,-52 71 15,-18-19-15,0 36 16,-53 0-16,-89 18 15,-52 35-15,-17-17 16</inkml:trace>
  <inkml:trace contextRef="#ctx0" brushRef="#br0" timeOffset="31666.39">12929 8449 0,'-53'-35'78,"36"17"-78,-1 0 15,-35-17-15,0 0 16,-17 0-16,-1-1 16,18 36-16,-17-17 15,17-1-15,17 0 16,-158 1-16,71-18 15,-71 17-15,70 18 16,-34-18-16,-19 18 16,36 0-16,-70-17 15,34 17-15,-52 0 16,17 0-16,36 0 16,-36 0-16,106 0 15,-52 0-15,16 0 16,-16 0-16,-19 0 15,54 0-15,35 0 16,-1 0-16,1 0 16,-18 17-16,18 1 15,-35 0-15,-36-1 16,71 18-16,-36-35 16,19 36-16,16-1 15,1-35-15,18 18 16,-19-18-16,19 17 15,-1-17-15,1 0 16,-1 18-16,-70 0 16,18-1-16,-1-17 15,1 18-15,-89 17 16,36-17-16,17-1 16,-18 36-16,89-35 15,-18 0-15,53-1 16,18 18-16,0-35 15,17 0 1,18 18 0,0 0-16,-17-18 15,17 17-15,-18 19 16,0-36 0,18 17-16,0 1 15,0 0 1,0-1-1,0 19 1,0-19-16,0 36 16,0-35-16,18 52 15,-18-17-15,18 0 16,17 0-16,-17 0 16,17 0-16,-18-18 15,19 18-15,-19-18 16,54 36-1,17-36-15,-17 36 16,35-1-16,52 1 16,54 35-16,-36-71 15,71 35-15,-88-34 16,17-19-16,1 19 16,-54-36-16,18 0 15,-35 0-15,-53 0 16,35 0-16,18 0 15,18-18-15,-36 18 16,0-18-16,-17 1 16,-18-1-16,-1 0 15,-34 1 1,0 17-16,-1-18 16,1 1-16,105-19 15,-34 19-15,69-1 16,19 18-16,17 0 15,70 0-15,54 0 16,-54 0-16,1 0 16,-18 0-16,0 0 15,-35 0-15,-1-18 16,-52-17-16,-18 0 16,-35-36-16,-35 54 15,-36-1-15,0 0 16,-35 1-16,18-1 15,17 0-15,-17 1 16,17-1-16,0-17 16,-35 17-1,18 18-15,-1-35 16,1 17-16,-18 1 16,18-19-16,-1 19 15,1-1-15,0 0 16,-1 1-16,-17-1 15,0-17-15,18 35 16,-18-53 0,0 35-16,0-17 15,18 35-15,-18-35 16,0 17 0,0 1-16,0-1 0,0 0 15,0-17 1,0 17-1,0-17-15,0 17 16,0 1 0,0-1-16,0-17 15,0 0-15,0 17 0,0 0 16,0-17 0,0 0-1,-18 17-15,0 0 16,18 1-16,0-1 15,-17 18-15,17-17 16,-18-1-16,0-17 16,18 17-1,-17 18 1,-1-35-16,0 17 16,18 0-1,-17 1 1,-1-1-1,1 1-15,17-1 32,-18 0-17,0 18-15,1-17 32,-1-1-17,0 0 1,1 1-1,-1 17 1,18-18 0,-18 18-1,-17-35-15,0-18 16,17 35-16,1 18 16,-1-17-16,0 17 15,1-18-15,-1 18 16,0 0-1,18-18-15,-17 1 16,-1 17 0,1 0-1,-1-18-15,0 18 16,1 0 0,-19-18-1,19 18-15,-1 0 31,0 0-31</inkml:trace>
  <inkml:trace contextRef="#ctx0" brushRef="#br0" timeOffset="38045.83">5062 11589 0,'0'17'32,"18"36"-17,0 0-15,-1-35 16,-17 17-16,0 0 16,0 1-16,18 17 15,-18 0-15,0-36 16,0 18-16,0-17 15,0 17-15,0-17 16,18-18 187,17-71-203,0 1 16,36-36-16,-1 18 15,1 17-15,-1 18 16,-17-35-16,0 71 16,-18-19-16,-17 19 15,-18-1-15,18 18 313,-1 0-298,1-35 1,0 35-16,-1-36 16,19 19-16,-19-1 15,18 1-15,-17 17 16</inkml:trace>
  <inkml:trace contextRef="#ctx0" brushRef="#br0" timeOffset="40603.14">13017 7743 0,'0'0'0,"-52"-35"15,34 18-15,-88-36 16,-53-18-16,71 53 16,-35 1-16,-1-1 15,-35-35-15,1 36 16,-36-1-16,-18-17 15,-35 35-15,-18-18 16,-17-17-16,-88 17 16,105 18-16,1 0 15,34 0-15,-34 0 16,34 0-16,1 0 16,-35 0-16,52 0 15,53 53-15,36-35 16,-1 17-16,18 18 15,18-18-15,18-17 16,-36 17-16,35 0 16,36-17-16,-18 17 15,18 1-15,-53 16 16,17 1-16,-35 36 16,0-1-1,36-35-15,35 0 0,-71 17 16,35 18-16,18-17 15,-17-1 1,34 1-16,-17-18 16,18 35-16,18-35 15,-1 18-15,18-18 16,-35 17-16,35-17 16,-18-18-16,18 53 15,0-17-15,0-18 16,0-35-16,0 17 15,0 0-15,0-17 16,0 17 0,0 18-1,18-53-15,-1 35 16,1 1-16,35 16 16,-18-52-16,0 53 15,18 0-15,-35 0 16,70 0-16,-70-18 15,35 18-15,0-35 16,17 52-16,-17-52 16,88 70-16,-17-52 15,-18 17-15,17-18 16,-52 0-16,52-17 16,0 17-16,54-35 15,-18 0-15,17 0 16,0 0-16,18 0 15,-17 0-15,-1 0 16,36 0-16,-36 0 16,36 0-16,-36 0 15,54-18-15,-19 18 16,19-17-16,-19 17 16,54 0-16,-89 0 15,-52-18-15,52-17 16,-52 17-16,34-17 15,-34-18-15,87 18 16,-17-36-16,-70 18 16,35-17-16,-71 34 15,18 1-15,-53 0 16,0-18-16,-36 18 16,1 35-16,-1-36 15,1 1-15,-18 17 16,0-17-16,18-35 15,-1 17-15,1-53 16,0 18-16,-1-18 16,1 18-16,-18 35 15,0-18-15,0 18 16,0-17-16,0 34 16,-18-34-1,1 17-15,-1 0 0,0-18 16,18 19-1,-17 16-15,17-17 16,-36-17-16,36-1 16,-17 1-16,17 52 15,-18-53-15,1 19 16,-1-1-16,-35 0 16,35 35-16,-17-35 15,17 18-15,-17-18 16,0 18-16,0-18 15,-18 0-15,35 18 16,-35-18-16,18 35 16,-36-17-16,36-1 15,-36 19-15,1-1 16,-1 1-16,-17 17 16,-35-18-16,35 18 15,-1 0-15,19 0 16,-1 0-16,1 0 15,-19 0-15,37 0 16,-19 0-16,-35 0 16,0 0-16,-17 18 15,-36 17-15,-17 18 16,-1 0-16,19-36 16,-1 19-16,35-19 15,36 19-15,-35-19 16,52-17-16,18 18 15,36-18 1,-1 0 140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55:48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7285 4004 0,'17'106'63,"19"17"-48,-19 54-15,-17-107 16,18 71-16,17-17 15,-17-1-15,-18-34 16,18-1-16,-18-18 16,0 1-16,0-54 15,0 19-15,0-19 16,0 36-16,0 0 16,0 18-16,0-18 15,0 17-15,0 18 16,0-17-16,0-18 15,0 0-15,0-18 16,0 0-16,0-17 16,0 0-16</inkml:trace>
  <inkml:trace contextRef="#ctx0" brushRef="#br0" timeOffset="1918.26">6809 7743 0,'0'18'16,"0"123"-1,17 71-15,-17 0 16,18 70-16,-18 35 16,0 18-16,0 106 15,0 36-15,0-54 16,0 0-16,0-52 16,0 105-16,0-211 15,53-36-15,-36-17 16,36-1-16,-17-87 15,-1 34 1,0 1-16,-17-71 0,-1 36 16,-17-36-1,0 18-15,0 0 0,0 0 16,0-1 0,36 19-16,-36-54 0,0-17 15,0-17 1,0-1-16,0 0 15,0-17-15,17 35 16,1 17-16,-18 1 16,18 17-16,-1 0 15,1 18-15,-18 0 16,35 88-16,-17-71 16,-18 54-16,0-1 15,0 18-15,0-35 16,0-53-16,0 0 15,0-18-15,0-53 16,0-17 0,0-1-16</inkml:trace>
  <inkml:trace contextRef="#ctx0" brushRef="#br0" timeOffset="5295.76">10107 1164 0,'0'35'31,"0"18"-15,35 36-16,-17-54 15,0 0-15,-1 0 16,1 1 0,-18-1-1,18-35-15,-18 18 16,17-18-16,1 0 125,52-36-109,-17 1-1,35-36-15,-17 19 16,70-1-16,-35-18 15,106-17-15,-36-18 16,-17 35-16,17-34 16,-52 34-16,-1-17 15,-35 53-15,-17-36 16,-36 53-16,-17 1 16,-18-18 124,35 17-124,0 0-16</inkml:trace>
  <inkml:trace contextRef="#ctx0" brushRef="#br0" timeOffset="41993.5">7638 12594 0,'17'35'63,"19"-17"-63,-19 17 15,36 18-15,0-17 16,-18 16-16,-17-52 16,-18 18-16,18 0 15,-18-1-15,17 1 16,1-18-1,17-35 95,53-53-95,-35 17-15,18 36 16,35-53-16,-18-1 16,18 19-16,-18-1 15,18 18-15,0-17 16,-36 34-16,-17 19 16,-18-1-16</inkml:trace>
  <inkml:trace contextRef="#ctx0" brushRef="#br0" timeOffset="48704.42">9648 3810 0,'0'35'63,"36"1"-63,-1 16 15,-35-34 1,18-18 78,-1-18-32,1-17-62,35-18 16,17-35-16,1 53 15,35-18-15,-36 18 16,-17-1-16,-35 36 16,-18-17-1</inkml:trace>
  <inkml:trace contextRef="#ctx0" brushRef="#br0" timeOffset="49927.99">9666 4939 0,'0'18'16,"0"-1"-16,35 1 15,-17 17-15,-18-17 16,18-1-16,-1 1 16,19 0-16,-36-1 15,17 1-15,1 0 16,-18-1-16,17-17 15,1 18 17,17-71 46,1 0-63,-1 0 1,0 35-16,1-17 16,-19 0-16,1 17 15,-1 18-15,1-17 16,-18-1 15,18 18 110,-1-18-141,1 1 15,-18-1-15,18 18 16,-1 0 0,1-35-1,0 17-15,-1 18 16,-17-18 0,18 18-16,-1-17 15</inkml:trace>
  <inkml:trace contextRef="#ctx0" brushRef="#br0" timeOffset="54426.62">9578 14640 0,'35'-17'406,"36"-19"-390,-18 36-16,17 0 15,-52-35-15,52 17 16,1 1-16,52-1 15,36 1-15,-35-19 16,-36 19-16,0 17 16,-17-18-1,34 0-15,-34 1 0,-36 17 16,1 0 0,-1 0-16,-18 0 15,19 0-15,-1 0 16,0 0-1,53 0-15,1 17 16,34 19-16,-35-36 16,-17 0-16,70 0 15,-35 0-15,0 0 16,-18 0-16,-18 0 16,-34 0-16,17 0 15,-18 0-15,35 0 860,1 17-845,-18 1-15,0-18 16,17 18-16,19-18 15,-1 0-15,0 0 16,18 0-16,-53 0 16,17 0-16,-34 0 15,-1 0-15,-18 0 16,1 0-16,0 0 16,-1 0-1,1 0-15,0 0 16,-1 0-16,1 0 15,35 0-15,0 0 16,-18 0-16,18 0 16,0 0-16,0 0 15,0 0-15,0 0 16,0 0-16,17 0 16,-17 0-16,-35 0 15,35 0-15,-18 0 16,-17 0-16,17 0 15,-18 0-15,1 0 16,17 0 0,-17 0-1,0 0-15,-1 0 157,1 0-142,0 0 1,-1 0-1,1 0-15,-1 0 32,1 0-17,0 0 48,17 0-48,-17 0 1</inkml:trace>
  <inkml:trace contextRef="#ctx0" brushRef="#br0" timeOffset="56494.93">7532 7655 0,'35'18'78,"-17"0"-78,17 17 16,-35 0-16,18 0 16,-1-35-16,-17 36 15,0-19 1,18-17-16,52-35 109,54-18-93,-18 0-16,17-17 15,18 17-15,36-53 16,-19 18 0,72-1-16,-71 19 0,-36-1 15,0 36-15,-34 35 16,-36-18-16,-36 18 16,1 0-16</inkml:trace>
  <inkml:trace contextRef="#ctx0" brushRef="#br0" timeOffset="102799.69">11483 3933 0,'0'0'0,"-194"-88"15,141 71-15,0-1 16,35 18 0,-35-18-16,-35-17 0,18 17 15,-54 1-15,-34-1 16,-19-17-1,1 35-15,-54 0 16,-140 0-16,123 0 16,-18 0-16,1 0 15,17 18-15,-18 17 16,36 18-16,-53 0 16,17 0-16,1 17 15,87-35-15,19 36 16,-1-18-16,35 0 15,-17 0-15,106 0 16,-18-36-16,0 1 16,0 17-16,18 0 15,0 18-15,-18 0 16,35-35-16,-35 17 16,36 18-16,-19-18 15,36-17-15,-35 35 16,35-18-16,-18-17 15,1 17-15,17 18 16,-18 0-16,18 0 16,0 17-16,0 19 15,0-19-15,18-35 16,-1-17-16,19 88 16,17-71-16,-1 18 15,1 0-15,0-18 16,-17 18-16,52-17 15,-18 52-15,1-35 16,35 35-16,-53-71 16,17 36-16,36-17 15,-35 17-15,228 17 16,-122-35-16,34 1 16,-87-19-16,52 19 15,36-36-15,-36 0 16,54 0-16,-19 0 15,1 0-15,-36 0 16,1 0-16,-54-36 16,1 1-16,34-18 15,-52 0-15,-17 18 16,16-18-16,-52 35 16,0 18-16,-35-17 15,105-36-15,-35 35 16,-17-17-16,0 35 15,-1-18-15,-17 1 16,35-36-16,18 35 16,35-17-16,18-36 15,-53 54 1,17-54-16,1 36 0,-18-53 16,-1 17-16,-16 0 15,-36 19-15,-36-1 16,18 0-1,-17 35-15,0-35 0,-18 0 16,17 18-16,-17 0 16,0-36-1,0 18-15,0 0 16,0 0-16,-17 18 16,-1 0-16,18 17 0,-18-17 15,1 17 1,-1 1-16,1-19 15,-1 1 1,0 17-16,1 18 16,17-17-16,-18-18 15,-17 17-15,-1-17 16,19-1-16,-19 1 16,1 0-16,0 17 15,17-17-15,18 17 16,-35 1-16,0-1 15,35 0-15,-18 1 16,-17-1-16,35 0 16,-18 1-16,-17 17 15,35-18-15,-53-35 16,18 36-16,17-19 16,0 19-16,1-1 15,-18 18-15,35-18 16,-36 1-16,19-1 15,-1 18 1,0-18 0,18 1-1,-17 17-15,-1-18 16,0 18 0,1 0-1,-1 0-15,-17 0 16,17 0-1,1 0 1,-19 0-16,1 0 16,17 0-16,-17 0 15,17 0-15,1 0 16,-1 0 0,1 0 77,-1 0-77,0 0-16,1 18 16,-19-18-16,19 0 15,-19 17-15,19-17 16,-1 0-16</inkml:trace>
  <inkml:trace contextRef="#ctx0" brushRef="#br0" timeOffset="132451.78">6456 3581 0,'17'17'63,"-17"1"-63,18-18 15,-18 18-15,18-18 16,-1 0-16,-17 17 15,18-17-15,0 0 16,-1 0-16,89 0 16,159-17-1,-18 17-15,35 0 0,-35 0 16,-106 0 0,71 0-16,-18 0 0,-36 0 15,19 0 1,-107-18-16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10-08T06:56:00.6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2752 7144 0,'88'0'63,"88"-18"-48,71 0-15,-70-17 16,87 35-16,54 0 0,-36 0 16,53 0-1,-53 0-15,-52 0 16,34 0-16,-87 0 15,34 0-15,-87 0 16,17 0-16,-53 0 16,-17 0-16,-19 0 15,-34 0 63,0 0-62,-1-17-16,36 17 16,18-18-16,-18 18 15,0 0-15,70 0 16,-35 0-16,1 0 16,-19 0-16,18 0 15,-52 0-15,34 0 16,18 0-16,0 0 15,36 0-15,-1-18 16,-34 18-16,-1 0 16,-18 0-16,1 0 15,-18 0-15,-36 0 16,54 0 140,88 0-156,-36 0 16,-17 0-16,18 0 15,34 0-15,-17 0 16,-17 0-16,-1 0 16,-34 0-16,-1 0 15,-53 0-15,-17 0 16</inkml:trace>
  <inkml:trace contextRef="#ctx0" brushRef="#br0" timeOffset="22962.78">5380 9895 0,'35'0'187,"71"18"-171,-35-18-16,17 0 16,-18 0-16,1 0 15,17 0-15,-35 0 16,-18 0-16,-17 0 15,-1 0-15,19 0 79,158 0-64,17 0-15,-17-18 16,-88 18-16,88-35 15,-17 35-15,-1 0 16,18 0-16,-35 0 16,-53 0-16,0 0 15,-1 0-15,-34 0 16,0 0-16,-1 0 16,-35 0-16,1 0 15,-19 0-15,19 0 16,-19 0-16,1 0 125,88 0-110,35 0-15,70 0 16,-87 0-16,52-18 16,-52 18-16,-36 0 15,0-17-15,-17 17 16,-54 0-16,1 0 16,-18-18 171,-18 18-140,36 18 234</inkml:trace>
  <inkml:trace contextRef="#ctx0" brushRef="#br0" timeOffset="26009.44">9525 9243 0,'-18'-18'31,"1"18"-16,-1-18-15,18 1 16,-35-1-16,0 1 16,17-1-16,-88-35 15,88 35-15,-52-17 16,-1 17-16,-35-34 16,36 34-16,-18-17 15,17 17-15,-35 0 16,18 1-16,18-1 15,-1 0-15,18 18 16,18-17-16,0-1 16,-18 18-16,35 0 15,-17-17-15,-18 17 16,-35-18 0,17 18-16,0-18 15,-70 18-15,-35 0 16,35 0-16,-36 0 15,1 0-15,-36 0 16,-17 0-16,70 0 16,18 0-16,18 0 15,-1 0-15,36 0 16,-35 0-16,52 0 16,-35 18-16,0 17 15,71-35-15,-141 71 16,52-36-16,1-17 15,-1 35-15,-34 17 16,52-35-16,-18-17 16,18 35-16,54-35 15,-54 34-15,53-52 16,0 18-16,35-18 31,1 0-31,17 18 47,0 17-31,-18-35-16,0 53 15,1-35-15,-19 35 16,36-18-16,0-18 16,0 1-16,-17 17 15,17-17-15,0 17 16,0 1-16,0-19 15,17 18-15,19-17 16,-19 0-16,1-18 16,17 0-16,1 17 15,-1-17-15,-18 0 16,19 18-16,-19-18 16,36 0-16,0 0 15,0 18-15,71-18 16,-1 0-16,18 0 15,-17 0-15,52 0 16,-17 0-16,-53 0 16,17 0-16,-52 0 15,34 0-15,-34 17 16,0-17-16,-1 0 16,-35 0-16,36 18 15,-18-18-15,-18 0 16,18 0-16,0 18 15,18-18-15,-19 0 16,19 0-16,17 0 16,36 0-16,-36 0 15,35 0-15,-34 0 16,-1 0-16,0 0 16,35 0-16,-52 0 15,17 0-15,0 0 16,-35 0-16,0 0 15,-18 0-15,36 0 16,-36 0-16,36 0 16,-36 0-16,18 0 15,35 0-15,-35 0 16,18 0-16,-1 0 16,18-18-16,-52 18 15,34-18-15,1 18 16,-1-17-16,-17-1 15,-17 0-15,17 1 16,-36 17-16,1-18 16,-1 0-16,1 18 15,-18-17-15,18-1 16,-18 1 0,17-1-16,1 0 15,-18 1-15,18 17 16,-1-53-16,1 53 15,-18-18 1,18-17 0,-18 17-16,17 18 15,1-35-15,-18 17 16,17 18 0,1-35-16,-18 17 15,18 1 1,-1-1-1,-17 0-15,36 1 16,-36-19-16,17 19 16,1-1-16,0-17 15,-18 17-15,17 1 32,-17-1-32,0 0 46,-17 18-14,-1 0-17,0 0 1,-17 0 0,35-17-1,-18 17 1,1-18-1</inkml:trace>
  <inkml:trace contextRef="#ctx0" brushRef="#br0" timeOffset="59127.31">9260 8696 0,'0'53'63,"0"35"-48,0-35-15,18 0 16,0 0-16,-18-18 15,17-17-15,1-1 16,-18 19-16,0-19 16,0 1-16,35 0 15,71-89 157,106-35-172,35 18 16,0-18-16,88 0 15,-106 18-15,-53 35 16,-87 36-16,16-1 16,-34 0-16,-53 18 15</inkml:trace>
  <inkml:trace contextRef="#ctx0" brushRef="#br0" timeOffset="68382.47">5715 8872 0,'0'-35'63,"0"-18"-48,-18 18-15,-17 0 16,17-18-16,1 0 16,-1 53-16,-17-36 15,35 19-15,-35-18 16,-1-1-16,1 19 16,17 17-1,1-36-15,-1 36 16,18-17-16,-17 17 15,-1 0-15,-17-18 47,-1 0-31,19 18-16,-19-17 16,19 17-16,-1 0 15,-17 0 1,17 0-16,-35 0 15,18 0-15,0 17 16,-18 1-16,18 0 16,-1-1-16,19-17 15,-19 18-15,19 0 16,-19 17-16,-17-17 16,36-18-16,-18 17 15,-1 1-15,19-1 16,-36 19-1,17-19-15,-16 1 16,52 0-16,-18-18 16,-17 0-1,35 17 1,-18-17 0,0 0-16,1 18 15,-19 0 1,19-1-16,-18 36 15,17-35-15,-17-18 16,17 35-16,0-17 16,18-1-16,-17-17 15,-1 18-15,18 0 16,-18-18 0,18 17-16,-17-17 31,17 36 78,-18-36-109,1 35 16,-1 0-16,18-17 15,-18-18-15,18 17 16</inkml:trace>
  <inkml:trace contextRef="#ctx0" brushRef="#br0" timeOffset="69882.57">4039 8714 0,'-17'0'94,"17"35"-78,0 0-16,0 0 15,0 1-15,0-19 16,0 1-16,0 0 16,0-1-1,0 1 1,0 0-1,0 17 142,0-18-142,0 1-15,0 0 16,0-1 0,0 1-1,0 0 141,35-18-124,18 0-17,-18 0 1,18-36-16,0 19 16,0-1-16,17-17 15,-34 17-15,34 1 16,-17-1-16,-18 0 15,-17 1-15,35 17 16,-18 0-16,-17 0 16,0 0-1</inkml:trace>
  <inkml:trace contextRef="#ctx0" brushRef="#br0" timeOffset="83051.09">5292 10742 0,'0'18'31,"17"-18"-31,1 0 15,17 0 1,18 0-16,-18 0 16,36-18-1,0 18-15,34-35 16,-16 35-16,52-18 16,-53 18-16,71 0 15,-71 0-15,53 0 16,-35 0-16,-53 0 15,17 0-15,1 0 16,-18-17-16,-18 17 16,36 0-16,-19 0 15,-34 0-15,35 0 16,0 0-16,-18 0 16,18 0-16,0 0 15,-18 0-15,36 0 16,17 0-16,-17 0 15,34 0-15,19 0 16,140 17-16,-87-17 16,-1 18-16,36-1 15,-36-17-15,36 36 16,-71-36-16,35 17 16,-87-17-16,17 0 15,-18 0-15,-71 0 16,36 0-16,-35 0 15,35 0 48,17 0-47,36 0-16,-35 0 15,17 0-15,18 0 16,17 0-16,-35 0 15,18 0-15,-53 0 16,18 0-16,-1 0 16,-34 0-16,-19 0 15,1 0-15,0 0 63,-1 0-48,18 18 1,-17-18-16,141 0 16,-106 0-16,0 0 15,-36 0-15,36 0 16,-35 0-16,17 0 94,0 0-79,-17 0-15,0 0 16,17 0 0,0 0-16,18 0 15,0 0-15,-18 0 16,-17 0-16,17 0 15,-17 0-15</inkml:trace>
  <inkml:trace contextRef="#ctx0" brushRef="#br0" timeOffset="104274.35">3369 10830 0,'53'0'78,"0"0"-63,-18 0-15,0 0 16,-17 0-16,35 0 16,-18 0-16,-17 0 15,35 0-15,-36 0 16,1 0-16,0 0 16,-1 0-1,1 0 16,0 0 48,-1 0-64,1 18 16,0-18-15,-1 0 0,1 0-16,-1 0 15,36 0 1,-35 0-16,35 0 16,-18 0-16,1 0 15,-1 0-15,-18 0 16,1 0-16,0 0 15,-1 0-15,19 0 16,-19 0 0</inkml:trace>
  <inkml:trace contextRef="#ctx0" brushRef="#br0" timeOffset="108410.81">7514 11730 0,'18'0'47,"-1"0"-32,36 0-15,18 0 16,-18 0-16,35 0 15,-35 0-15,35 0 16,-17 0-16,-18 0 16,17 0-16,-17 0 15,18 0-15,-54 0 16,1 0-16,0 0 16</inkml:trace>
  <inkml:trace contextRef="#ctx0" brushRef="#br0" timeOffset="110194.53">5662 11695 0,'18'17'16,"17"18"-16,0-35 15,-17 18-15,0 0 16,17-1-16,0 1 16,18-18-1,18 0 1,-36 0-16,35 0 15,1-18-15,0 18 16,17-17-16,0 17 16,35 0-16,-34 0 15,34 0-15,-35 0 16,36 0-16,-71 0 16,35 0-16,18 0 15,-53 0-15,35 0 16,-18 0-16,-17 0 15,0 0-15,-18 0 16,1 0-16,-19 0 16,36 0-16,-35 0 15,0 0-15,-1 0 16,18 0-16,18 0 16,-35 0-1,35 0-15,-18 0 16,0 0-16,1 0 15,-1 0-15,-17 0 0,-1 0 16,1 0-16,0 0 31,17 0 32,0 0-48,-17 0 1,-1 0 0,1 0-16,0 0 15,-1 0 1,1 0 0,35 0 421,-35 0-421,17 0-16,0 0 15,0 0-15,1 0 16,-1 0-16,-17 0 31</inkml:trace>
  <inkml:trace contextRef="#ctx0" brushRef="#br0" timeOffset="114339.81">10178 10742 0,'0'53'125,"0"0"-125,0 0 0,0 0 16,0-36 0,0 54-16,0-18 15,0-18-15,0 18 16,0-35-16,0 17 15,0-17-15,0-1 16,0 19-16,-18-72 125,0 19-125,18-1 16,-17-53-16,17 1 15,0-18-15,0 70 16,0-17-16,0-1 16,0 1-16,0 0 15,0 17-15,0-17 16,0 17-16,0 1 31,-18 17-31,0 0 16,18-18-1,18 53 79,-18 18-94,35 18 16,-17-18-16,0 0 15,-1 0-15,1-18 16,-18 0-16,18 36 16,-1-36-16,1-17 15,-1-1-15,-17 1 16,18-18-16,-18 18 31,0-1-31,-18-34 141,1-1-141,-1 0 15,1-35-15,-1 36 16,-17-36-16,35 17 16,-18 1-16,18 18 15,0-19 1,-18 36-16,18-17 15,0-1-15,-17 0 16,-1-17-16,0 0 0,1 35 16,17-35-1,-18 17 1,1 18 0,17-18-1,0 89 141,0-18-140,17-53 0,1 17-1</inkml:trace>
  <inkml:trace contextRef="#ctx0" brushRef="#br0" timeOffset="127491.03">8414 11077 0,'-36'-35'16,"19"0"-16,-1-18 15,1 35-15,-36-35 16,-53 18-16,35 0 15,1-18-15,-1 35 16,1 18-16,17-18 16,17 1-16,-34 17 15,-1 0-15,1-18 16,34 18-16,-34 0 16,35 0-16,-36 35 15,18-17 1,-17 17-16,52 1 0,-35 17 15,-53 52 1,36-16-16,34-54 16,1 18-16,0 0 15,17 0-15,-17 17 0,35-52 16,0 17 0,0 0-1,18 18 1,70 0-16,-53-18 15,0 1-15,1-19 16,16 19-16,19 17 16,0-18-16,52 35 15,-17 1-15,-53-71 16,35 53-16,-17-53 16,-1 18-16,-52-18 15,17 0-15,-17 0 16,17 0-16,0 0 15,-17-18-15,17-17 16,0-1-16,18 1 16,-17 35-16,-1-53 15,18 35-15,0 1 16,0-18-16,-36 17 16,19 0-16,-19 18 15,18-35-15,1 17 16,-1 1-16,-17-1 15,-1 18-15,1-18 16,-18 1-16,0-1 16,18 1-16,-18-19 15,0 1-15,0-18 16,0 35-16,0-17 16,0 0-16,0 17 15,0-17-15,0 17 16,0 1-16,0-1 15,0 0-15,-18-17 16,0 17-16,18 1 16,-17-18-16,-1 17 15,-17 0 1,35 1-16,-18-1 16,0 18-16,-17-18 15,18 1-15,-19-1 16,36 0-16,-35 18 15,17-17-15,1 17 16,-1 0-16,0-18 16,-34 18-16,16-17 15,-17 17-15,36-18 16,-36 18-16,0 0 16,18 0-16,-18 0 15,17 0-15,19 0 16,-1 0-1</inkml:trace>
  <inkml:trace contextRef="#ctx0" brushRef="#br0" timeOffset="137751.78">5644 12788 0,'18'0'31,"17"71"-31,142-54 16,-1 1-16,36-18 15,-36 0-15,1 0 16,-89 0-16,53 0 15,18 0-15,-54 0 16,19 0-16,-1-18 16,19 1-16,-19-1 15,-35 18-15,-35 0 16,18-18-16,-18 18 16,-36 0-16,1 0 15,-1 0-15,19 0 16,-1 0-16,18 0 15,-18 0-15,36 0 16,17 0-16,0-17 16,71 17-16,-36 0 15,19 0-15,-1 0 16,-18 0-16,1 0 16,-36 0-16,0 0 15,0 0-15,-17 0 16,-18 0-16,35 0 15,0 0 1,-35 0-16,0 0 0,17 0 16,1 0-16,-36 0 15,18 0-15,0 0 16,0-18-16,-35 18 16,35 0-1,-36 0-15,18 0 0,18 0 16,18 0-1,-53 0 1,34 0-16,-16 0 16,-1 0-16,18 0 15,-18 0-15,1 0 16,-1 0-16,0 0 16,0 0-16,18 0 15,-35 0-15,17 0 16,-17 0-16,17 0 140,0 0-124,-17 0-16,17 0 16,-17 0-16,0 0 15,-1 0-15,1 0 16,-1 0 0</inkml:trace>
  <inkml:trace contextRef="#ctx0" brushRef="#br0" timeOffset="139552.21">11183 11924 0,'0'0'0,"-71"-71"15,54 71-15,-18-35 16,-1 17-16,36 1 16,-35-1-16,0 0 15,-1 1-15,1-18 16,-18-1-16,18 19 15,-18-1-15,0 0 16,36 1 0,-19-1-16,1 18 15,0-18-15,-18 1 16,0 17-16,0 0 16,35 0-16,-35 0 15,36 0-15,-36 0 16,18 17-16,-18 1 15,17 17-15,-17-17 16,1 17-16,16-17 16,-34 35-16,-1 0 15,-17 17-15,53-34 16,-36 17-16,-17 35 16,53-88-16,-1 35 15,19-17-15,17-1 16,-18-17-16,0 18 15,18 0 1,0-1 0,0 54-16,0-36 15,36 36-15,-1-1 16,18-17-16,-18 0 16,36 18-16,-1-1 15,1 18-15,-1-35 16,-34-18-16,17 18 15,-36-53-15,1 36 16,0-36-16,-18 17 16,17-17 46,1 0-46,35 18-16,35 0 15,-18-18-15,-17 0 16,0 0-16,-17 17 16,16-17-1,-16 0-15,-1 0 16,18 0-16,-35 0 16,-1 0-1,1 0-15,-18-17 0,18-1 16,17-17-16,-18 17 15,1 0 1,35-35-16,-18 36 16,18-36-16,-35 35 15,35-35-15,-18 18 16,-17 17-16,-1-17 16,1 0-16,-18 0 15,18-1 1,-18 1-1,17 17-15,-17 1 16,18-19 0,-18 1-1,0 18 1,0-19-16,0 19 16,0-19-16,0 19 15,0-1-15,0-17 16,0 17-1,0-17-15,0 17 16,0 1-16,0-19 16,0 19-1,0-1-15,0 0 16,-18 1 0,18-1-16,-17 1 15,17-1 1,-18 0-1,18 1 1,-18-1-16,18 0 16,0 1-1,-17-1-15,-1 18 32,18-18-32,-18 1 15,1-1 32,-1 18-47,18-18 16,-18 1-1,1 17 1,-1 0 0,1 0 30,-1-18-46,0 18 47</inkml:trace>
  <inkml:trace contextRef="#ctx0" brushRef="#br0" timeOffset="153635.26">3334 12612 0,'17'0'47,"19"17"-47,-19-17 16,1 0-1,-18 18 1,18-18-16,-1 0 15,18 0-15,18 0 16,-17 0-16,34 0 16,18 0-16,1 0 15,69 0-15,-69 0 16,-1 0-16,0 0 16,-17 0-16,-1 0 15,-52 0-15,35 0 16,-36 0-16,1 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8CCF-162B-48E4-8DC3-8B7AEAD3F6F4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44DE0-9D17-4589-BD68-6C08174F7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7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F3F7E1-580C-45BA-8BE6-DF74E1679DC4}" type="slidenum">
              <a:rPr lang="en-US" altLang="en-US">
                <a:solidFill>
                  <a:srgbClr val="000000"/>
                </a:solidFill>
              </a:rPr>
              <a:pPr eaLnBrk="1" hangingPunct="1"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258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F3F7E1-580C-45BA-8BE6-DF74E1679DC4}" type="slidenum">
              <a:rPr lang="en-US" altLang="en-US">
                <a:solidFill>
                  <a:srgbClr val="000000"/>
                </a:solidFill>
              </a:rPr>
              <a:pPr eaLnBrk="1" hangingPunct="1"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165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</a:rPr>
              <a:t>-Do practice question 1.</a:t>
            </a: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3508BB-86B2-4C49-9148-5BB56C5CFA0B}" type="slidenum">
              <a:rPr lang="en-US" altLang="en-US">
                <a:solidFill>
                  <a:srgbClr val="000000"/>
                </a:solidFill>
              </a:rPr>
              <a:pPr eaLnBrk="1" hangingPunct="1"/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363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</a:rPr>
              <a:t>-Do as practice question 2.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-Then single-step  </a:t>
            </a:r>
            <a:r>
              <a:rPr kumimoji="1" 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week08String.cpp.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3508BB-86B2-4C49-9148-5BB56C5CFA0B}" type="slidenum">
              <a:rPr lang="en-US" altLang="en-US">
                <a:solidFill>
                  <a:srgbClr val="000000"/>
                </a:solidFill>
              </a:rPr>
              <a:pPr eaLnBrk="1" hangingPunct="1"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759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F3F7E1-580C-45BA-8BE6-DF74E1679DC4}" type="slidenum">
              <a:rPr lang="en-US" altLang="en-US">
                <a:solidFill>
                  <a:srgbClr val="000000"/>
                </a:solidFill>
              </a:rPr>
              <a:pPr eaLnBrk="1" hangingPunct="1"/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333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0" dirty="0">
                <a:latin typeface="Arial" panose="020B0604020202020204" pitchFamily="34" charset="0"/>
              </a:rPr>
              <a:t>-Note that append and erase are overloaded</a:t>
            </a:r>
            <a:r>
              <a:rPr lang="en-US" altLang="en-US" b="0" baseline="0" dirty="0">
                <a:latin typeface="Arial" panose="020B0604020202020204" pitchFamily="34" charset="0"/>
              </a:rPr>
              <a:t> functions.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</a:rPr>
              <a:t>-Do practice question 3.</a:t>
            </a:r>
          </a:p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F3F7E1-580C-45BA-8BE6-DF74E1679DC4}" type="slidenum">
              <a:rPr lang="en-US" altLang="en-US">
                <a:solidFill>
                  <a:srgbClr val="000000"/>
                </a:solidFill>
              </a:rPr>
              <a:pPr eaLnBrk="1" hangingPunct="1"/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027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</a:rPr>
              <a:t>-Do practice question 4.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F3F7E1-580C-45BA-8BE6-DF74E1679DC4}" type="slidenum">
              <a:rPr lang="en-US" altLang="en-US">
                <a:solidFill>
                  <a:srgbClr val="000000"/>
                </a:solidFill>
              </a:rPr>
              <a:pPr eaLnBrk="1" hangingPunct="1"/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370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</a:rPr>
              <a:t>-Do practice question 5.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F3F7E1-580C-45BA-8BE6-DF74E1679DC4}" type="slidenum">
              <a:rPr lang="en-US" altLang="en-US">
                <a:solidFill>
                  <a:srgbClr val="000000"/>
                </a:solidFill>
              </a:rPr>
              <a:pPr eaLnBrk="1" hangingPunct="1"/>
              <a:t>13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92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2029B1B-7227-4D3A-8D86-E8CCF41CD6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A3A68A-F4B7-4323-8052-57ECC79D2B6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466C563B-6FA7-41D0-AEE6-A82D505C3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B8343C1B-F64A-4F43-B780-957D940C8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C++ arrays are zero-indexed.</a:t>
            </a:r>
          </a:p>
        </p:txBody>
      </p:sp>
    </p:spTree>
    <p:extLst>
      <p:ext uri="{BB962C8B-B14F-4D97-AF65-F5344CB8AC3E}">
        <p14:creationId xmlns:p14="http://schemas.microsoft.com/office/powerpoint/2010/main" val="1525459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49A5-8DFB-48A6-9939-959EE86AA338}" type="datetime1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9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33CD-4EA7-45FD-9B4E-C17AED62B284}" type="datetime1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1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1AF6-82E1-4DCC-B752-AFA41D4EDA6F}" type="datetime1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B243A-1485-4DC5-8BF2-0A70F0B92310}" type="datetime1">
              <a:rPr lang="en-US" smtClean="0"/>
              <a:t>10/8/2020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5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7DAF-EB69-4A6F-B60D-67C1F4929D59}" type="datetime1">
              <a:rPr lang="en-US" smtClean="0"/>
              <a:t>10/8/2020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3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F7EF-3F82-4AB7-8BA4-9F5B2198048A}" type="datetime1">
              <a:rPr lang="en-US" smtClean="0"/>
              <a:t>10/8/2020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9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CA5D-3B92-42AC-95E0-A7ECCB88FA39}" type="datetime1">
              <a:rPr lang="en-US" smtClean="0"/>
              <a:t>10/8/2020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2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8089-8DA6-44BB-8CB2-DA5CECC02B3C}" type="datetime1">
              <a:rPr lang="en-US" smtClean="0"/>
              <a:t>10/8/2020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60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E594-14D3-455D-BF90-BBA31C790852}" type="datetime1">
              <a:rPr lang="en-US" smtClean="0"/>
              <a:t>10/8/2020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6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F724B-DBD8-4756-9027-091D928E3E15}" type="datetime1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99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4BA4-94DF-4106-9175-E5510E8E85AC}" type="datetime1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4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AF6E0-064E-4027-B777-EE4749CD21C7}" type="datetime1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9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customXml" Target="../ink/ink1.xml"/><Relationship Id="rId4" Type="http://schemas.openxmlformats.org/officeDocument/2006/relationships/image" Target="../media/image4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8F271-FF95-4057-BE21-453A9566C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Primer (Part II)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2AEFE-C0F2-4DD8-B346-EF30121C0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C/Java to C++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F2AD1-BBBC-4C24-9167-7FF42ADA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4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7C25-11F2-48A6-8741-43248D1B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2E2B5-461D-447F-86E6-B26643FC0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D0C3F-97EC-4ECA-B791-6FAD270244BD}"/>
              </a:ext>
            </a:extLst>
          </p:cNvPr>
          <p:cNvSpPr/>
          <p:nvPr/>
        </p:nvSpPr>
        <p:spPr>
          <a:xfrm>
            <a:off x="3383822" y="2767280"/>
            <a:ext cx="263443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/>
              <a:t>Part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2B3D3-9A2C-4FE4-8BE8-AFA9FA6B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0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73EC-9057-4C3E-A9BF-29BD0045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F375B-6169-4699-80D4-D30A08FF6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C++ Strings</a:t>
            </a:r>
          </a:p>
          <a:p>
            <a:pPr lvl="1"/>
            <a:r>
              <a:rPr lang="en-US" dirty="0"/>
              <a:t>The string datatype</a:t>
            </a:r>
          </a:p>
          <a:p>
            <a:pPr lvl="1"/>
            <a:r>
              <a:rPr lang="en-US" dirty="0"/>
              <a:t>New string operations in C++</a:t>
            </a:r>
          </a:p>
          <a:p>
            <a:r>
              <a:rPr lang="en-US" dirty="0"/>
              <a:t>Dynamic Memory Allocation</a:t>
            </a:r>
          </a:p>
          <a:p>
            <a:pPr lvl="1"/>
            <a:r>
              <a:rPr lang="en-US" dirty="0"/>
              <a:t>Stack vs Heap allocation</a:t>
            </a:r>
          </a:p>
          <a:p>
            <a:pPr lvl="1"/>
            <a:r>
              <a:rPr lang="en-US" dirty="0"/>
              <a:t>The new operator</a:t>
            </a:r>
          </a:p>
          <a:p>
            <a:pPr lvl="1"/>
            <a:r>
              <a:rPr lang="en-US" dirty="0"/>
              <a:t>The delete operator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3CA4A-0E36-42DD-8B10-B78B3E43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9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Strings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6764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 </a:t>
            </a:r>
            <a:r>
              <a:rPr lang="en-US" altLang="en-US" sz="2800" b="1" dirty="0"/>
              <a:t>string</a:t>
            </a:r>
            <a:r>
              <a:rPr lang="en-US" altLang="en-US" sz="2800" dirty="0"/>
              <a:t> is a sequence of characters.  </a:t>
            </a:r>
          </a:p>
          <a:p>
            <a:r>
              <a:rPr lang="en-US" altLang="en-US" sz="2800" dirty="0"/>
              <a:t>String constants in C++ are enclosed in </a:t>
            </a:r>
            <a:r>
              <a:rPr lang="en-US" altLang="en-US" sz="2800" dirty="0">
                <a:latin typeface="Courier New" panose="02070309020205020404" pitchFamily="49" charset="0"/>
              </a:rPr>
              <a:t>"".</a:t>
            </a:r>
            <a:endParaRPr lang="en-US" altLang="en-US" sz="2800" dirty="0"/>
          </a:p>
          <a:p>
            <a:pPr eaLnBrk="1" hangingPunct="1"/>
            <a:r>
              <a:rPr lang="en-US" altLang="en-US" sz="2800" dirty="0"/>
              <a:t>Examples of string constants: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porkpie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dirty="0">
                <a:latin typeface="+mj-lt"/>
                <a:cs typeface="Courier New" panose="02070309020205020404" pitchFamily="49" charset="0"/>
              </a:rPr>
              <a:t>                      </a:t>
            </a:r>
            <a:r>
              <a:rPr lang="en-US" altLang="en-US" dirty="0">
                <a:cs typeface="Courier New" panose="02070309020205020404" pitchFamily="49" charset="0"/>
              </a:rPr>
              <a:t>(a 7-character string)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TVC15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400" dirty="0">
                <a:cs typeface="Courier New" panose="02070309020205020404" pitchFamily="49" charset="0"/>
              </a:rPr>
              <a:t>                      </a:t>
            </a:r>
            <a:r>
              <a:rPr lang="en-US" altLang="en-US" dirty="0">
                <a:cs typeface="Courier New" panose="02070309020205020404" pitchFamily="49" charset="0"/>
              </a:rPr>
              <a:t>(a 5-character string)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very nice string!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dirty="0">
                <a:cs typeface="Courier New" panose="02070309020205020404" pitchFamily="49" charset="0"/>
              </a:rPr>
              <a:t> (a 19-character string)</a:t>
            </a: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9A3A5E-BB58-47C4-9C0E-35C61867C1B6}" type="slidenum">
              <a:rPr lang="en-US" altLang="en-US">
                <a:solidFill>
                  <a:prstClr val="white"/>
                </a:solidFill>
              </a:rPr>
              <a:pPr eaLnBrk="1" hangingPunct="1"/>
              <a:t>4</a:t>
            </a:fld>
            <a:endParaRPr lang="en-US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103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Two Kinds of Strings in C++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600200"/>
            <a:ext cx="7924799" cy="41148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/>
              <a:t>In C++, the term </a:t>
            </a:r>
            <a:r>
              <a:rPr lang="en-US" altLang="en-US" b="1" dirty="0"/>
              <a:t>string</a:t>
            </a:r>
            <a:r>
              <a:rPr lang="en-US" altLang="en-US" dirty="0"/>
              <a:t> can mean:</a:t>
            </a:r>
          </a:p>
          <a:p>
            <a:pPr lvl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data type, which is new to C++.  (It did not exist in C.)</a:t>
            </a:r>
          </a:p>
          <a:p>
            <a:pPr lvl="2"/>
            <a:r>
              <a:rPr lang="en-US" altLang="en-US" dirty="0"/>
              <a:t>To use it, you must include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</a:t>
            </a:r>
            <a:r>
              <a:rPr lang="en-US" altLang="en-US" dirty="0"/>
              <a:t> header file. </a:t>
            </a:r>
          </a:p>
          <a:p>
            <a:pPr lvl="2"/>
            <a:r>
              <a:rPr lang="en-US" altLang="en-US" dirty="0"/>
              <a:t>Also, the namespace of string is “std”, so “using namespace std;” should be included or use the complete name “std::string” instead of simply “string”.</a:t>
            </a:r>
          </a:p>
          <a:p>
            <a:pPr lvl="2"/>
            <a:r>
              <a:rPr lang="en-US" altLang="en-US" dirty="0"/>
              <a:t>string str = “My new string”;</a:t>
            </a:r>
          </a:p>
          <a:p>
            <a:pPr lvl="1"/>
            <a:r>
              <a:rPr lang="en-US" altLang="en-US" dirty="0"/>
              <a:t>A null-terminated character array. This was the only kind of string in C.</a:t>
            </a:r>
          </a:p>
          <a:p>
            <a:pPr lvl="2"/>
            <a:r>
              <a:rPr lang="en-US" altLang="en-US" dirty="0"/>
              <a:t>We will refer to these as </a:t>
            </a:r>
            <a:r>
              <a:rPr lang="en-US" altLang="en-US" b="1" dirty="0"/>
              <a:t>C-strings</a:t>
            </a:r>
            <a:r>
              <a:rPr lang="en-US" altLang="en-US" dirty="0"/>
              <a:t>.</a:t>
            </a:r>
          </a:p>
          <a:p>
            <a:pPr lvl="2"/>
            <a:r>
              <a:rPr lang="en-US" altLang="en-US" dirty="0"/>
              <a:t>Much less convenient than C++’s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data type, but some people still use it.</a:t>
            </a: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9A3A5E-BB58-47C4-9C0E-35C61867C1B6}" type="slidenum">
              <a:rPr lang="en-US" altLang="en-US">
                <a:solidFill>
                  <a:prstClr val="white"/>
                </a:solidFill>
              </a:rPr>
              <a:pPr eaLnBrk="1" hangingPunct="1"/>
              <a:t>5</a:t>
            </a:fld>
            <a:endParaRPr lang="en-US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889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Using 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altLang="en-US" dirty="0">
                <a:cs typeface="Courier New" panose="02070309020205020404" pitchFamily="49" charset="0"/>
              </a:rPr>
              <a:t> with the </a:t>
            </a:r>
            <a:r>
              <a:rPr lang="en-US" altLang="en-US" dirty="0">
                <a:latin typeface="Courier New" panose="02070309020205020404" pitchFamily="49" charset="0"/>
              </a:rPr>
              <a:t>string</a:t>
            </a:r>
            <a:r>
              <a:rPr lang="en-US" altLang="en-US" dirty="0"/>
              <a:t> Type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You can use the operator </a:t>
            </a:r>
            <a:r>
              <a:rPr lang="en-US" altLang="en-US" sz="2800" dirty="0">
                <a:latin typeface="Courier New" panose="02070309020205020404" pitchFamily="49" charset="0"/>
              </a:rPr>
              <a:t>[]</a:t>
            </a:r>
            <a:r>
              <a:rPr lang="en-US" altLang="en-US" sz="2800" dirty="0"/>
              <a:t> (</a:t>
            </a:r>
            <a:r>
              <a:rPr lang="en-US" altLang="en-US" sz="2800" b="1" dirty="0"/>
              <a:t>array subscript operator</a:t>
            </a:r>
            <a:r>
              <a:rPr lang="en-US" altLang="en-US" sz="2800" dirty="0"/>
              <a:t>) to access an individual character in a string. </a:t>
            </a:r>
            <a:r>
              <a:rPr lang="en-US" altLang="en-US" dirty="0"/>
              <a:t>Example:</a:t>
            </a:r>
            <a:br>
              <a:rPr lang="en-US" altLang="en-US" dirty="0"/>
            </a:br>
            <a:r>
              <a:rPr lang="en-US" altLang="en-US" dirty="0"/>
              <a:t>  </a:t>
            </a:r>
          </a:p>
          <a:p>
            <a:pPr eaLnBrk="1" hangingPunct="1"/>
            <a:r>
              <a:rPr lang="en-US" alt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string myStr1 = 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alt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applepie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br>
              <a:rPr lang="en-US" sz="3000" dirty="0"/>
            </a:br>
            <a:r>
              <a:rPr lang="en-US" sz="3000" dirty="0"/>
              <a:t> 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myStr1[1];</a:t>
            </a:r>
          </a:p>
          <a:p>
            <a:pPr eaLnBrk="1" hangingPunct="1"/>
            <a:endParaRPr lang="en-US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rgbClr val="FF0000"/>
              </a:solidFill>
            </a:endParaRPr>
          </a:p>
          <a:p>
            <a:pPr marL="3429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</a:rPr>
              <a:t>Caution: </a:t>
            </a:r>
            <a:r>
              <a:rPr lang="en-US" altLang="en-US" sz="2400" dirty="0">
                <a:solidFill>
                  <a:prstClr val="black"/>
                </a:solidFill>
              </a:rPr>
              <a:t>A string’s first character is in position 0, and its second character is in position 1, and so on. </a:t>
            </a:r>
          </a:p>
          <a:p>
            <a:pPr eaLnBrk="1" hangingPunct="1"/>
            <a:endParaRPr lang="en-US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AC9D7F-9C56-456B-BAD8-4C3ED7D11F04}" type="slidenum">
              <a:rPr lang="en-US" altLang="en-US">
                <a:solidFill>
                  <a:prstClr val="white"/>
                </a:solidFill>
              </a:rPr>
              <a:pPr eaLnBrk="1" hangingPunct="1"/>
              <a:t>6</a:t>
            </a:fld>
            <a:endParaRPr lang="en-US" altLang="en-US">
              <a:solidFill>
                <a:prstClr val="white"/>
              </a:solidFill>
            </a:endParaRPr>
          </a:p>
        </p:txBody>
      </p:sp>
      <p:sp>
        <p:nvSpPr>
          <p:cNvPr id="41989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prstClr val="white"/>
                </a:solidFill>
              </a:rPr>
              <a:t>C++ Programming: From Problem Analysis to Program Design, Seventh Edition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7883" y="3670266"/>
            <a:ext cx="18713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Declare and initialize a string variable.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33400" y="3161929"/>
            <a:ext cx="533400" cy="57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93000" y="3599894"/>
            <a:ext cx="2480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Display the character in position 1 of the string.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H="1" flipV="1">
            <a:off x="4820575" y="3810000"/>
            <a:ext cx="1545537" cy="50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03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uiExpand="1" build="p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03A9-A2C4-4E9A-B1E4-06B99A0B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a C++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512F-284F-49A6-B095-85956F928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cs typeface="Courier New" panose="02070309020205020404" pitchFamily="49" charset="0"/>
              </a:rPr>
              <a:t>We can simply input a string using </a:t>
            </a:r>
            <a:r>
              <a:rPr lang="en-US" altLang="en-US" dirty="0" err="1">
                <a:cs typeface="Courier New" panose="02070309020205020404" pitchFamily="49" charset="0"/>
              </a:rPr>
              <a:t>cin</a:t>
            </a:r>
            <a:r>
              <a:rPr lang="en-US" altLang="en-US" dirty="0"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altLang="en-US" sz="2400" dirty="0" err="1">
                <a:cs typeface="Courier New" panose="02070309020205020404" pitchFamily="49" charset="0"/>
              </a:rPr>
              <a:t>cin</a:t>
            </a:r>
            <a:r>
              <a:rPr lang="en-US" altLang="en-US" sz="2400" dirty="0">
                <a:cs typeface="Courier New" panose="02070309020205020404" pitchFamily="49" charset="0"/>
              </a:rPr>
              <a:t> &gt;&gt; myStr1; </a:t>
            </a:r>
          </a:p>
          <a:p>
            <a:r>
              <a:rPr lang="en-US" altLang="en-US" dirty="0">
                <a:cs typeface="Courier New" panose="02070309020205020404" pitchFamily="49" charset="0"/>
              </a:rPr>
              <a:t>String input using </a:t>
            </a:r>
            <a:r>
              <a:rPr lang="en-US" altLang="en-US" dirty="0" err="1">
                <a:cs typeface="Courier New" panose="02070309020205020404" pitchFamily="49" charset="0"/>
              </a:rPr>
              <a:t>cin</a:t>
            </a:r>
            <a:r>
              <a:rPr lang="en-US" altLang="en-US" dirty="0">
                <a:cs typeface="Courier New" panose="02070309020205020404" pitchFamily="49" charset="0"/>
              </a:rPr>
              <a:t> is truncated by whitespace characters.</a:t>
            </a:r>
          </a:p>
          <a:p>
            <a:pPr lvl="1"/>
            <a:r>
              <a:rPr lang="en-US" altLang="en-US" sz="2400" dirty="0">
                <a:cs typeface="Courier New" panose="02070309020205020404" pitchFamily="49" charset="0"/>
              </a:rPr>
              <a:t>Inputting “my string” will </a:t>
            </a:r>
            <a:r>
              <a:rPr lang="en-US" altLang="en-US" sz="2400" dirty="0" err="1">
                <a:cs typeface="Courier New" panose="02070309020205020404" pitchFamily="49" charset="0"/>
              </a:rPr>
              <a:t>strore</a:t>
            </a:r>
            <a:r>
              <a:rPr lang="en-US" altLang="en-US" sz="2400" dirty="0">
                <a:cs typeface="Courier New" panose="02070309020205020404" pitchFamily="49" charset="0"/>
              </a:rPr>
              <a:t> only “my” in myStr1.</a:t>
            </a:r>
            <a:endParaRPr lang="en-US" altLang="en-US" dirty="0">
              <a:cs typeface="Courier New" panose="02070309020205020404" pitchFamily="49" charset="0"/>
            </a:endParaRPr>
          </a:p>
          <a:p>
            <a:r>
              <a:rPr lang="en-US" altLang="en-US" dirty="0">
                <a:cs typeface="Courier New" panose="02070309020205020404" pitchFamily="49" charset="0"/>
              </a:rPr>
              <a:t>We must use the function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altLang="en-US" dirty="0">
                <a:cs typeface="Courier New" panose="02070309020205020404" pitchFamily="49" charset="0"/>
              </a:rPr>
              <a:t> function to read in a string containing </a:t>
            </a:r>
            <a:r>
              <a:rPr lang="en-US" altLang="en-US" dirty="0" err="1">
                <a:cs typeface="Courier New" panose="02070309020205020404" pitchFamily="49" charset="0"/>
              </a:rPr>
              <a:t>whiespaces</a:t>
            </a:r>
            <a:r>
              <a:rPr lang="en-US" altLang="en-US" dirty="0"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altLang="en-US" dirty="0" err="1">
                <a:cs typeface="Courier New" panose="02070309020205020404" pitchFamily="49" charset="0"/>
              </a:rPr>
              <a:t>getline</a:t>
            </a:r>
            <a:r>
              <a:rPr lang="en-US" altLang="en-US" dirty="0">
                <a:cs typeface="Courier New" panose="02070309020205020404" pitchFamily="49" charset="0"/>
              </a:rPr>
              <a:t>(cin,myStr1);</a:t>
            </a:r>
          </a:p>
          <a:p>
            <a:pPr lvl="1"/>
            <a:endParaRPr lang="en-US" altLang="en-US" dirty="0"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F5AB-4294-414F-90EA-8F89FD5AF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D7CE7-A70D-429A-AD04-0A4F8F66673B}" type="slidenum">
              <a:rPr lang="en-US" altLang="en-US" smtClean="0">
                <a:solidFill>
                  <a:prstClr val="white"/>
                </a:solidFill>
              </a:rPr>
              <a:pPr/>
              <a:t>7</a:t>
            </a:fld>
            <a:endParaRPr lang="en-US" altLang="en-US">
              <a:solidFill>
                <a:prstClr val="white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4D981-9ADD-4E5D-8A0C-F309EB1C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C++ Programming: From Problem Analysis to Program Design, Seventh Edition</a:t>
            </a:r>
          </a:p>
        </p:txBody>
      </p:sp>
    </p:spTree>
    <p:extLst>
      <p:ext uri="{BB962C8B-B14F-4D97-AF65-F5344CB8AC3E}">
        <p14:creationId xmlns:p14="http://schemas.microsoft.com/office/powerpoint/2010/main" val="318473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03A9-A2C4-4E9A-B1E4-06B99A0B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a C-style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512F-284F-49A6-B095-85956F928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>
                <a:cs typeface="Courier New" panose="02070309020205020404" pitchFamily="49" charset="0"/>
              </a:rPr>
              <a:t>Declare a C-style string.</a:t>
            </a:r>
          </a:p>
          <a:p>
            <a:pPr lvl="1"/>
            <a:r>
              <a:rPr lang="en-US" altLang="en-US" sz="2400" dirty="0">
                <a:cs typeface="Courier New" panose="02070309020205020404" pitchFamily="49" charset="0"/>
              </a:rPr>
              <a:t>Char myStrC1[50] = “default”;</a:t>
            </a:r>
          </a:p>
          <a:p>
            <a:r>
              <a:rPr lang="en-US" altLang="en-US" dirty="0">
                <a:cs typeface="Courier New" panose="02070309020205020404" pitchFamily="49" charset="0"/>
              </a:rPr>
              <a:t>For strings containing no whitespace characters, input can be performed using </a:t>
            </a:r>
            <a:r>
              <a:rPr lang="en-US" altLang="en-US" dirty="0" err="1">
                <a:cs typeface="Courier New" panose="02070309020205020404" pitchFamily="49" charset="0"/>
              </a:rPr>
              <a:t>cin</a:t>
            </a:r>
            <a:r>
              <a:rPr lang="en-US" altLang="en-US" dirty="0"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altLang="en-US" sz="2400" dirty="0" err="1">
                <a:cs typeface="Courier New" panose="02070309020205020404" pitchFamily="49" charset="0"/>
              </a:rPr>
              <a:t>cin</a:t>
            </a:r>
            <a:r>
              <a:rPr lang="en-US" altLang="en-US" sz="2400" dirty="0">
                <a:cs typeface="Courier New" panose="02070309020205020404" pitchFamily="49" charset="0"/>
              </a:rPr>
              <a:t>&gt;&gt;myStrC1;</a:t>
            </a:r>
            <a:endParaRPr lang="en-US" altLang="en-US" dirty="0">
              <a:cs typeface="Courier New" panose="02070309020205020404" pitchFamily="49" charset="0"/>
            </a:endParaRPr>
          </a:p>
          <a:p>
            <a:r>
              <a:rPr lang="en-US" altLang="en-US" dirty="0">
                <a:cs typeface="Courier New" panose="02070309020205020404" pitchFamily="49" charset="0"/>
              </a:rPr>
              <a:t>For strings containing no whitespace characters, input can be performed using: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gets(myStrC1); // need to include </a:t>
            </a:r>
            <a:r>
              <a:rPr lang="en-US" altLang="en-US" dirty="0" err="1">
                <a:cs typeface="Courier New" panose="02070309020205020404" pitchFamily="49" charset="0"/>
              </a:rPr>
              <a:t>stdio.h</a:t>
            </a:r>
            <a:endParaRPr lang="en-US" altLang="en-US" dirty="0">
              <a:cs typeface="Courier New" panose="02070309020205020404" pitchFamily="49" charset="0"/>
            </a:endParaRPr>
          </a:p>
          <a:p>
            <a:pPr lvl="1"/>
            <a:r>
              <a:rPr lang="en-US" altLang="en-US" dirty="0" err="1">
                <a:cs typeface="Courier New" panose="02070309020205020404" pitchFamily="49" charset="0"/>
              </a:rPr>
              <a:t>cin.getline</a:t>
            </a:r>
            <a:r>
              <a:rPr lang="en-US" altLang="en-US" dirty="0">
                <a:cs typeface="Courier New" panose="02070309020205020404" pitchFamily="49" charset="0"/>
              </a:rPr>
              <a:t>(myStrC1, 20); // 2</a:t>
            </a:r>
            <a:r>
              <a:rPr lang="en-US" altLang="en-US" baseline="30000" dirty="0">
                <a:cs typeface="Courier New" panose="02070309020205020404" pitchFamily="49" charset="0"/>
              </a:rPr>
              <a:t>nd</a:t>
            </a:r>
            <a:r>
              <a:rPr lang="en-US" altLang="en-US" dirty="0">
                <a:cs typeface="Courier New" panose="02070309020205020404" pitchFamily="49" charset="0"/>
              </a:rPr>
              <a:t> parameter is maximum number of characters to input. Note that the use of </a:t>
            </a:r>
            <a:r>
              <a:rPr lang="en-US" altLang="en-US" dirty="0" err="1">
                <a:cs typeface="Courier New" panose="02070309020205020404" pitchFamily="49" charset="0"/>
              </a:rPr>
              <a:t>getline</a:t>
            </a:r>
            <a:r>
              <a:rPr lang="en-US" altLang="en-US" dirty="0">
                <a:cs typeface="Courier New" panose="02070309020205020404" pitchFamily="49" charset="0"/>
              </a:rPr>
              <a:t> is different from inputting a C++ String.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F5AB-4294-414F-90EA-8F89FD5AF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D7CE7-A70D-429A-AD04-0A4F8F66673B}" type="slidenum">
              <a:rPr lang="en-US" altLang="en-US" smtClean="0">
                <a:solidFill>
                  <a:prstClr val="white"/>
                </a:solidFill>
              </a:rPr>
              <a:pPr/>
              <a:t>8</a:t>
            </a:fld>
            <a:endParaRPr lang="en-US" altLang="en-US">
              <a:solidFill>
                <a:prstClr val="white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4D981-9ADD-4E5D-8A0C-F309EB1C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C++ Programming: From Problem Analysis to Program Design, Seventh Edition</a:t>
            </a:r>
          </a:p>
        </p:txBody>
      </p:sp>
    </p:spTree>
    <p:extLst>
      <p:ext uri="{BB962C8B-B14F-4D97-AF65-F5344CB8AC3E}">
        <p14:creationId xmlns:p14="http://schemas.microsoft.com/office/powerpoint/2010/main" val="1267926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Using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cs typeface="Courier New" panose="02070309020205020404" pitchFamily="49" charset="0"/>
              </a:rPr>
              <a:t> with the </a:t>
            </a:r>
            <a:r>
              <a:rPr lang="en-US" altLang="en-US" dirty="0">
                <a:latin typeface="Courier New" panose="02070309020205020404" pitchFamily="49" charset="0"/>
              </a:rPr>
              <a:t>string</a:t>
            </a:r>
            <a:r>
              <a:rPr lang="en-US" altLang="en-US" dirty="0"/>
              <a:t> Type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600200"/>
            <a:ext cx="8991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The binary operator </a:t>
            </a:r>
            <a:r>
              <a:rPr lang="en-US" altLang="en-US" dirty="0">
                <a:latin typeface="Courier New" panose="02070309020205020404" pitchFamily="49" charset="0"/>
              </a:rPr>
              <a:t>+</a:t>
            </a:r>
            <a:r>
              <a:rPr lang="en-US" altLang="en-US" dirty="0"/>
              <a:t> concatenates (combines) strings to create a longer string.</a:t>
            </a:r>
          </a:p>
          <a:p>
            <a:r>
              <a:rPr lang="en-US" altLang="en-US" dirty="0"/>
              <a:t>Example:</a:t>
            </a:r>
            <a:br>
              <a:rPr lang="en-US" altLang="en-US" dirty="0"/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string myStr1, myStr2, myStr3;</a:t>
            </a:r>
            <a:b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myStr1 =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applepie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br>
              <a:rPr lang="en-US" sz="2800" dirty="0"/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myStr2 =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hat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br>
              <a:rPr lang="en-US" sz="2800" dirty="0"/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myStr3 =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"my " +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myStr1 +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 " +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myStr2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800" dirty="0"/>
            </a:b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myStr3; // will display “my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applepie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hat”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AC9D7F-9C56-456B-BAD8-4C3ED7D11F04}" type="slidenum">
              <a:rPr lang="en-US" altLang="en-US">
                <a:solidFill>
                  <a:prstClr val="white"/>
                </a:solidFill>
              </a:rPr>
              <a:pPr eaLnBrk="1" hangingPunct="1"/>
              <a:t>9</a:t>
            </a:fld>
            <a:endParaRPr lang="en-US" altLang="en-US">
              <a:solidFill>
                <a:prstClr val="white"/>
              </a:solidFill>
            </a:endParaRPr>
          </a:p>
        </p:txBody>
      </p:sp>
      <p:sp>
        <p:nvSpPr>
          <p:cNvPr id="41989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prstClr val="white"/>
                </a:solidFill>
              </a:rPr>
              <a:t>C++ Programming: From Problem Analysis to Program Design, Seventh Edition</a:t>
            </a:r>
          </a:p>
        </p:txBody>
      </p:sp>
    </p:spTree>
    <p:extLst>
      <p:ext uri="{BB962C8B-B14F-4D97-AF65-F5344CB8AC3E}">
        <p14:creationId xmlns:p14="http://schemas.microsoft.com/office/powerpoint/2010/main" val="232020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Lots of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Functions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676400"/>
            <a:ext cx="7924799" cy="4114800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The </a:t>
            </a:r>
            <a:r>
              <a:rPr lang="en-US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</a:t>
            </a:r>
            <a:r>
              <a:rPr lang="en-US" altLang="en-US" sz="3200" dirty="0"/>
              <a:t> header file contains many useful and powerful functions for working with strings.</a:t>
            </a:r>
          </a:p>
          <a:p>
            <a:pPr lvl="1"/>
            <a:r>
              <a:rPr lang="en-US" altLang="en-US" sz="2800" dirty="0"/>
              <a:t>Some of these are listed in Table on next slides.</a:t>
            </a:r>
          </a:p>
          <a:p>
            <a:pPr lvl="2"/>
            <a:r>
              <a:rPr lang="en-US" altLang="en-US" sz="2800" dirty="0"/>
              <a:t>Note that some of these functions (which are marked with </a:t>
            </a:r>
            <a:r>
              <a:rPr lang="en-US" altLang="en-US" sz="2800" dirty="0">
                <a:solidFill>
                  <a:srgbClr val="FF0000"/>
                </a:solidFill>
              </a:rPr>
              <a:t>*</a:t>
            </a:r>
            <a:r>
              <a:rPr lang="en-US" altLang="en-US" sz="2800" dirty="0"/>
              <a:t>) update the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z="2800" dirty="0"/>
              <a:t> on which they operate.  Also, some functions (which are marked with red arrows) are equivalent to each other.</a:t>
            </a: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9A3A5E-BB58-47C4-9C0E-35C61867C1B6}" type="slidenum">
              <a:rPr lang="en-US" altLang="en-US">
                <a:solidFill>
                  <a:prstClr val="white"/>
                </a:solidFill>
              </a:rPr>
              <a:pPr eaLnBrk="1" hangingPunct="1"/>
              <a:t>10</a:t>
            </a:fld>
            <a:endParaRPr lang="en-US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00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9A3A5E-BB58-47C4-9C0E-35C61867C1B6}" type="slidenum">
              <a:rPr lang="en-US" altLang="en-US">
                <a:solidFill>
                  <a:prstClr val="white"/>
                </a:solidFill>
              </a:rPr>
              <a:pPr eaLnBrk="1" hangingPunct="1"/>
              <a:t>11</a:t>
            </a:fld>
            <a:endParaRPr lang="en-US" altLang="en-US">
              <a:solidFill>
                <a:prstClr val="white"/>
              </a:solidFill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76200"/>
            <a:ext cx="8060411" cy="6626927"/>
          </a:xfrm>
        </p:spPr>
      </p:pic>
      <p:sp>
        <p:nvSpPr>
          <p:cNvPr id="4" name="TextBox 3"/>
          <p:cNvSpPr txBox="1"/>
          <p:nvPr/>
        </p:nvSpPr>
        <p:spPr>
          <a:xfrm>
            <a:off x="4114800" y="3509034"/>
            <a:ext cx="3882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91654"/>
            <a:ext cx="3882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3882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486400"/>
            <a:ext cx="3882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025930"/>
            <a:ext cx="3882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13" name="Freeform 12"/>
          <p:cNvSpPr/>
          <p:nvPr/>
        </p:nvSpPr>
        <p:spPr bwMode="auto">
          <a:xfrm>
            <a:off x="989351" y="1274164"/>
            <a:ext cx="584616" cy="764498"/>
          </a:xfrm>
          <a:custGeom>
            <a:avLst/>
            <a:gdLst>
              <a:gd name="connsiteX0" fmla="*/ 539646 w 584616"/>
              <a:gd name="connsiteY0" fmla="*/ 0 h 764498"/>
              <a:gd name="connsiteX1" fmla="*/ 389744 w 584616"/>
              <a:gd name="connsiteY1" fmla="*/ 29980 h 764498"/>
              <a:gd name="connsiteX2" fmla="*/ 314793 w 584616"/>
              <a:gd name="connsiteY2" fmla="*/ 44970 h 764498"/>
              <a:gd name="connsiteX3" fmla="*/ 194872 w 584616"/>
              <a:gd name="connsiteY3" fmla="*/ 74951 h 764498"/>
              <a:gd name="connsiteX4" fmla="*/ 164892 w 584616"/>
              <a:gd name="connsiteY4" fmla="*/ 119921 h 764498"/>
              <a:gd name="connsiteX5" fmla="*/ 134911 w 584616"/>
              <a:gd name="connsiteY5" fmla="*/ 149902 h 764498"/>
              <a:gd name="connsiteX6" fmla="*/ 119921 w 584616"/>
              <a:gd name="connsiteY6" fmla="*/ 194872 h 764498"/>
              <a:gd name="connsiteX7" fmla="*/ 89941 w 584616"/>
              <a:gd name="connsiteY7" fmla="*/ 239843 h 764498"/>
              <a:gd name="connsiteX8" fmla="*/ 59960 w 584616"/>
              <a:gd name="connsiteY8" fmla="*/ 314793 h 764498"/>
              <a:gd name="connsiteX9" fmla="*/ 29980 w 584616"/>
              <a:gd name="connsiteY9" fmla="*/ 359764 h 764498"/>
              <a:gd name="connsiteX10" fmla="*/ 0 w 584616"/>
              <a:gd name="connsiteY10" fmla="*/ 449705 h 764498"/>
              <a:gd name="connsiteX11" fmla="*/ 14990 w 584616"/>
              <a:gd name="connsiteY11" fmla="*/ 554636 h 764498"/>
              <a:gd name="connsiteX12" fmla="*/ 59960 w 584616"/>
              <a:gd name="connsiteY12" fmla="*/ 584616 h 764498"/>
              <a:gd name="connsiteX13" fmla="*/ 134911 w 584616"/>
              <a:gd name="connsiteY13" fmla="*/ 644577 h 764498"/>
              <a:gd name="connsiteX14" fmla="*/ 314793 w 584616"/>
              <a:gd name="connsiteY14" fmla="*/ 674557 h 764498"/>
              <a:gd name="connsiteX15" fmla="*/ 404734 w 584616"/>
              <a:gd name="connsiteY15" fmla="*/ 689547 h 764498"/>
              <a:gd name="connsiteX16" fmla="*/ 449705 w 584616"/>
              <a:gd name="connsiteY16" fmla="*/ 719528 h 764498"/>
              <a:gd name="connsiteX17" fmla="*/ 554636 w 584616"/>
              <a:gd name="connsiteY17" fmla="*/ 749508 h 764498"/>
              <a:gd name="connsiteX18" fmla="*/ 584616 w 584616"/>
              <a:gd name="connsiteY18" fmla="*/ 764498 h 764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4616" h="764498">
                <a:moveTo>
                  <a:pt x="539646" y="0"/>
                </a:moveTo>
                <a:lnTo>
                  <a:pt x="389744" y="29980"/>
                </a:lnTo>
                <a:cubicBezTo>
                  <a:pt x="364760" y="34977"/>
                  <a:pt x="339511" y="38790"/>
                  <a:pt x="314793" y="44970"/>
                </a:cubicBezTo>
                <a:lnTo>
                  <a:pt x="194872" y="74951"/>
                </a:lnTo>
                <a:cubicBezTo>
                  <a:pt x="184879" y="89941"/>
                  <a:pt x="176146" y="105853"/>
                  <a:pt x="164892" y="119921"/>
                </a:cubicBezTo>
                <a:cubicBezTo>
                  <a:pt x="156063" y="130957"/>
                  <a:pt x="142183" y="137783"/>
                  <a:pt x="134911" y="149902"/>
                </a:cubicBezTo>
                <a:cubicBezTo>
                  <a:pt x="126781" y="163451"/>
                  <a:pt x="126987" y="180739"/>
                  <a:pt x="119921" y="194872"/>
                </a:cubicBezTo>
                <a:cubicBezTo>
                  <a:pt x="111864" y="210986"/>
                  <a:pt x="97998" y="223729"/>
                  <a:pt x="89941" y="239843"/>
                </a:cubicBezTo>
                <a:cubicBezTo>
                  <a:pt x="77907" y="263910"/>
                  <a:pt x="71994" y="290726"/>
                  <a:pt x="59960" y="314793"/>
                </a:cubicBezTo>
                <a:cubicBezTo>
                  <a:pt x="51903" y="330907"/>
                  <a:pt x="37297" y="343301"/>
                  <a:pt x="29980" y="359764"/>
                </a:cubicBezTo>
                <a:cubicBezTo>
                  <a:pt x="17145" y="388642"/>
                  <a:pt x="0" y="449705"/>
                  <a:pt x="0" y="449705"/>
                </a:cubicBezTo>
                <a:cubicBezTo>
                  <a:pt x="4997" y="484682"/>
                  <a:pt x="640" y="522349"/>
                  <a:pt x="14990" y="554636"/>
                </a:cubicBezTo>
                <a:cubicBezTo>
                  <a:pt x="22307" y="571099"/>
                  <a:pt x="45892" y="573362"/>
                  <a:pt x="59960" y="584616"/>
                </a:cubicBezTo>
                <a:cubicBezTo>
                  <a:pt x="106434" y="621796"/>
                  <a:pt x="73396" y="613820"/>
                  <a:pt x="134911" y="644577"/>
                </a:cubicBezTo>
                <a:cubicBezTo>
                  <a:pt x="186041" y="670142"/>
                  <a:pt x="269458" y="668512"/>
                  <a:pt x="314793" y="674557"/>
                </a:cubicBezTo>
                <a:cubicBezTo>
                  <a:pt x="344920" y="678574"/>
                  <a:pt x="374754" y="684550"/>
                  <a:pt x="404734" y="689547"/>
                </a:cubicBezTo>
                <a:cubicBezTo>
                  <a:pt x="419724" y="699541"/>
                  <a:pt x="433591" y="711471"/>
                  <a:pt x="449705" y="719528"/>
                </a:cubicBezTo>
                <a:cubicBezTo>
                  <a:pt x="478577" y="733964"/>
                  <a:pt x="525819" y="739903"/>
                  <a:pt x="554636" y="749508"/>
                </a:cubicBezTo>
                <a:cubicBezTo>
                  <a:pt x="565236" y="753041"/>
                  <a:pt x="574623" y="759501"/>
                  <a:pt x="584616" y="764498"/>
                </a:cubicBezTo>
              </a:path>
            </a:pathLst>
          </a:custGeom>
          <a:noFill/>
          <a:ln w="476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Freeform 18"/>
          <p:cNvSpPr/>
          <p:nvPr/>
        </p:nvSpPr>
        <p:spPr bwMode="auto">
          <a:xfrm>
            <a:off x="914400" y="3657600"/>
            <a:ext cx="584616" cy="2057400"/>
          </a:xfrm>
          <a:custGeom>
            <a:avLst/>
            <a:gdLst>
              <a:gd name="connsiteX0" fmla="*/ 539646 w 584616"/>
              <a:gd name="connsiteY0" fmla="*/ 0 h 764498"/>
              <a:gd name="connsiteX1" fmla="*/ 389744 w 584616"/>
              <a:gd name="connsiteY1" fmla="*/ 29980 h 764498"/>
              <a:gd name="connsiteX2" fmla="*/ 314793 w 584616"/>
              <a:gd name="connsiteY2" fmla="*/ 44970 h 764498"/>
              <a:gd name="connsiteX3" fmla="*/ 194872 w 584616"/>
              <a:gd name="connsiteY3" fmla="*/ 74951 h 764498"/>
              <a:gd name="connsiteX4" fmla="*/ 164892 w 584616"/>
              <a:gd name="connsiteY4" fmla="*/ 119921 h 764498"/>
              <a:gd name="connsiteX5" fmla="*/ 134911 w 584616"/>
              <a:gd name="connsiteY5" fmla="*/ 149902 h 764498"/>
              <a:gd name="connsiteX6" fmla="*/ 119921 w 584616"/>
              <a:gd name="connsiteY6" fmla="*/ 194872 h 764498"/>
              <a:gd name="connsiteX7" fmla="*/ 89941 w 584616"/>
              <a:gd name="connsiteY7" fmla="*/ 239843 h 764498"/>
              <a:gd name="connsiteX8" fmla="*/ 59960 w 584616"/>
              <a:gd name="connsiteY8" fmla="*/ 314793 h 764498"/>
              <a:gd name="connsiteX9" fmla="*/ 29980 w 584616"/>
              <a:gd name="connsiteY9" fmla="*/ 359764 h 764498"/>
              <a:gd name="connsiteX10" fmla="*/ 0 w 584616"/>
              <a:gd name="connsiteY10" fmla="*/ 449705 h 764498"/>
              <a:gd name="connsiteX11" fmla="*/ 14990 w 584616"/>
              <a:gd name="connsiteY11" fmla="*/ 554636 h 764498"/>
              <a:gd name="connsiteX12" fmla="*/ 59960 w 584616"/>
              <a:gd name="connsiteY12" fmla="*/ 584616 h 764498"/>
              <a:gd name="connsiteX13" fmla="*/ 134911 w 584616"/>
              <a:gd name="connsiteY13" fmla="*/ 644577 h 764498"/>
              <a:gd name="connsiteX14" fmla="*/ 314793 w 584616"/>
              <a:gd name="connsiteY14" fmla="*/ 674557 h 764498"/>
              <a:gd name="connsiteX15" fmla="*/ 404734 w 584616"/>
              <a:gd name="connsiteY15" fmla="*/ 689547 h 764498"/>
              <a:gd name="connsiteX16" fmla="*/ 449705 w 584616"/>
              <a:gd name="connsiteY16" fmla="*/ 719528 h 764498"/>
              <a:gd name="connsiteX17" fmla="*/ 554636 w 584616"/>
              <a:gd name="connsiteY17" fmla="*/ 749508 h 764498"/>
              <a:gd name="connsiteX18" fmla="*/ 584616 w 584616"/>
              <a:gd name="connsiteY18" fmla="*/ 764498 h 764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4616" h="764498">
                <a:moveTo>
                  <a:pt x="539646" y="0"/>
                </a:moveTo>
                <a:lnTo>
                  <a:pt x="389744" y="29980"/>
                </a:lnTo>
                <a:cubicBezTo>
                  <a:pt x="364760" y="34977"/>
                  <a:pt x="339511" y="38790"/>
                  <a:pt x="314793" y="44970"/>
                </a:cubicBezTo>
                <a:lnTo>
                  <a:pt x="194872" y="74951"/>
                </a:lnTo>
                <a:cubicBezTo>
                  <a:pt x="184879" y="89941"/>
                  <a:pt x="176146" y="105853"/>
                  <a:pt x="164892" y="119921"/>
                </a:cubicBezTo>
                <a:cubicBezTo>
                  <a:pt x="156063" y="130957"/>
                  <a:pt x="142183" y="137783"/>
                  <a:pt x="134911" y="149902"/>
                </a:cubicBezTo>
                <a:cubicBezTo>
                  <a:pt x="126781" y="163451"/>
                  <a:pt x="126987" y="180739"/>
                  <a:pt x="119921" y="194872"/>
                </a:cubicBezTo>
                <a:cubicBezTo>
                  <a:pt x="111864" y="210986"/>
                  <a:pt x="97998" y="223729"/>
                  <a:pt x="89941" y="239843"/>
                </a:cubicBezTo>
                <a:cubicBezTo>
                  <a:pt x="77907" y="263910"/>
                  <a:pt x="71994" y="290726"/>
                  <a:pt x="59960" y="314793"/>
                </a:cubicBezTo>
                <a:cubicBezTo>
                  <a:pt x="51903" y="330907"/>
                  <a:pt x="37297" y="343301"/>
                  <a:pt x="29980" y="359764"/>
                </a:cubicBezTo>
                <a:cubicBezTo>
                  <a:pt x="17145" y="388642"/>
                  <a:pt x="0" y="449705"/>
                  <a:pt x="0" y="449705"/>
                </a:cubicBezTo>
                <a:cubicBezTo>
                  <a:pt x="4997" y="484682"/>
                  <a:pt x="640" y="522349"/>
                  <a:pt x="14990" y="554636"/>
                </a:cubicBezTo>
                <a:cubicBezTo>
                  <a:pt x="22307" y="571099"/>
                  <a:pt x="45892" y="573362"/>
                  <a:pt x="59960" y="584616"/>
                </a:cubicBezTo>
                <a:cubicBezTo>
                  <a:pt x="106434" y="621796"/>
                  <a:pt x="73396" y="613820"/>
                  <a:pt x="134911" y="644577"/>
                </a:cubicBezTo>
                <a:cubicBezTo>
                  <a:pt x="186041" y="670142"/>
                  <a:pt x="269458" y="668512"/>
                  <a:pt x="314793" y="674557"/>
                </a:cubicBezTo>
                <a:cubicBezTo>
                  <a:pt x="344920" y="678574"/>
                  <a:pt x="374754" y="684550"/>
                  <a:pt x="404734" y="689547"/>
                </a:cubicBezTo>
                <a:cubicBezTo>
                  <a:pt x="419724" y="699541"/>
                  <a:pt x="433591" y="711471"/>
                  <a:pt x="449705" y="719528"/>
                </a:cubicBezTo>
                <a:cubicBezTo>
                  <a:pt x="478577" y="733964"/>
                  <a:pt x="525819" y="739903"/>
                  <a:pt x="554636" y="749508"/>
                </a:cubicBezTo>
                <a:cubicBezTo>
                  <a:pt x="565236" y="753041"/>
                  <a:pt x="574623" y="759501"/>
                  <a:pt x="584616" y="764498"/>
                </a:cubicBezTo>
              </a:path>
            </a:pathLst>
          </a:custGeom>
          <a:noFill/>
          <a:ln w="476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925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457200"/>
            <a:ext cx="7829550" cy="4229100"/>
          </a:xfrm>
          <a:prstGeom prst="rect">
            <a:avLst/>
          </a:prstGeom>
        </p:spPr>
      </p:pic>
      <p:sp>
        <p:nvSpPr>
          <p:cNvPr id="12293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9A3A5E-BB58-47C4-9C0E-35C61867C1B6}" type="slidenum">
              <a:rPr lang="en-US" altLang="en-US">
                <a:solidFill>
                  <a:prstClr val="white"/>
                </a:solidFill>
              </a:rPr>
              <a:pPr eaLnBrk="1" hangingPunct="1"/>
              <a:t>12</a:t>
            </a:fld>
            <a:endParaRPr lang="en-US" alt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1115" y="4851737"/>
            <a:ext cx="1947571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“special value” is equal to -1.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7131115" y="2133600"/>
            <a:ext cx="1327085" cy="2718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11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165" y="849217"/>
            <a:ext cx="7747635" cy="5974080"/>
          </a:xfrm>
          <a:prstGeom prst="rect">
            <a:avLst/>
          </a:prstGeom>
        </p:spPr>
      </p:pic>
      <p:sp>
        <p:nvSpPr>
          <p:cNvPr id="12293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9A3A5E-BB58-47C4-9C0E-35C61867C1B6}" type="slidenum">
              <a:rPr lang="en-US" altLang="en-US">
                <a:solidFill>
                  <a:prstClr val="white"/>
                </a:solidFill>
              </a:rPr>
              <a:pPr eaLnBrk="1" hangingPunct="1"/>
              <a:t>13</a:t>
            </a:fld>
            <a:endParaRPr lang="en-US" altLang="en-US">
              <a:solidFill>
                <a:prstClr val="whit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0952" y="1812780"/>
            <a:ext cx="3882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0952" y="1123146"/>
            <a:ext cx="3882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0952" y="3485346"/>
            <a:ext cx="3882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0952" y="6228546"/>
            <a:ext cx="3882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19" name="Freeform 18"/>
          <p:cNvSpPr/>
          <p:nvPr/>
        </p:nvSpPr>
        <p:spPr bwMode="auto">
          <a:xfrm>
            <a:off x="863184" y="2667000"/>
            <a:ext cx="813216" cy="3048000"/>
          </a:xfrm>
          <a:custGeom>
            <a:avLst/>
            <a:gdLst>
              <a:gd name="connsiteX0" fmla="*/ 539646 w 584616"/>
              <a:gd name="connsiteY0" fmla="*/ 0 h 764498"/>
              <a:gd name="connsiteX1" fmla="*/ 389744 w 584616"/>
              <a:gd name="connsiteY1" fmla="*/ 29980 h 764498"/>
              <a:gd name="connsiteX2" fmla="*/ 314793 w 584616"/>
              <a:gd name="connsiteY2" fmla="*/ 44970 h 764498"/>
              <a:gd name="connsiteX3" fmla="*/ 194872 w 584616"/>
              <a:gd name="connsiteY3" fmla="*/ 74951 h 764498"/>
              <a:gd name="connsiteX4" fmla="*/ 164892 w 584616"/>
              <a:gd name="connsiteY4" fmla="*/ 119921 h 764498"/>
              <a:gd name="connsiteX5" fmla="*/ 134911 w 584616"/>
              <a:gd name="connsiteY5" fmla="*/ 149902 h 764498"/>
              <a:gd name="connsiteX6" fmla="*/ 119921 w 584616"/>
              <a:gd name="connsiteY6" fmla="*/ 194872 h 764498"/>
              <a:gd name="connsiteX7" fmla="*/ 89941 w 584616"/>
              <a:gd name="connsiteY7" fmla="*/ 239843 h 764498"/>
              <a:gd name="connsiteX8" fmla="*/ 59960 w 584616"/>
              <a:gd name="connsiteY8" fmla="*/ 314793 h 764498"/>
              <a:gd name="connsiteX9" fmla="*/ 29980 w 584616"/>
              <a:gd name="connsiteY9" fmla="*/ 359764 h 764498"/>
              <a:gd name="connsiteX10" fmla="*/ 0 w 584616"/>
              <a:gd name="connsiteY10" fmla="*/ 449705 h 764498"/>
              <a:gd name="connsiteX11" fmla="*/ 14990 w 584616"/>
              <a:gd name="connsiteY11" fmla="*/ 554636 h 764498"/>
              <a:gd name="connsiteX12" fmla="*/ 59960 w 584616"/>
              <a:gd name="connsiteY12" fmla="*/ 584616 h 764498"/>
              <a:gd name="connsiteX13" fmla="*/ 134911 w 584616"/>
              <a:gd name="connsiteY13" fmla="*/ 644577 h 764498"/>
              <a:gd name="connsiteX14" fmla="*/ 314793 w 584616"/>
              <a:gd name="connsiteY14" fmla="*/ 674557 h 764498"/>
              <a:gd name="connsiteX15" fmla="*/ 404734 w 584616"/>
              <a:gd name="connsiteY15" fmla="*/ 689547 h 764498"/>
              <a:gd name="connsiteX16" fmla="*/ 449705 w 584616"/>
              <a:gd name="connsiteY16" fmla="*/ 719528 h 764498"/>
              <a:gd name="connsiteX17" fmla="*/ 554636 w 584616"/>
              <a:gd name="connsiteY17" fmla="*/ 749508 h 764498"/>
              <a:gd name="connsiteX18" fmla="*/ 584616 w 584616"/>
              <a:gd name="connsiteY18" fmla="*/ 764498 h 764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4616" h="764498">
                <a:moveTo>
                  <a:pt x="539646" y="0"/>
                </a:moveTo>
                <a:lnTo>
                  <a:pt x="389744" y="29980"/>
                </a:lnTo>
                <a:cubicBezTo>
                  <a:pt x="364760" y="34977"/>
                  <a:pt x="339511" y="38790"/>
                  <a:pt x="314793" y="44970"/>
                </a:cubicBezTo>
                <a:lnTo>
                  <a:pt x="194872" y="74951"/>
                </a:lnTo>
                <a:cubicBezTo>
                  <a:pt x="184879" y="89941"/>
                  <a:pt x="176146" y="105853"/>
                  <a:pt x="164892" y="119921"/>
                </a:cubicBezTo>
                <a:cubicBezTo>
                  <a:pt x="156063" y="130957"/>
                  <a:pt x="142183" y="137783"/>
                  <a:pt x="134911" y="149902"/>
                </a:cubicBezTo>
                <a:cubicBezTo>
                  <a:pt x="126781" y="163451"/>
                  <a:pt x="126987" y="180739"/>
                  <a:pt x="119921" y="194872"/>
                </a:cubicBezTo>
                <a:cubicBezTo>
                  <a:pt x="111864" y="210986"/>
                  <a:pt x="97998" y="223729"/>
                  <a:pt x="89941" y="239843"/>
                </a:cubicBezTo>
                <a:cubicBezTo>
                  <a:pt x="77907" y="263910"/>
                  <a:pt x="71994" y="290726"/>
                  <a:pt x="59960" y="314793"/>
                </a:cubicBezTo>
                <a:cubicBezTo>
                  <a:pt x="51903" y="330907"/>
                  <a:pt x="37297" y="343301"/>
                  <a:pt x="29980" y="359764"/>
                </a:cubicBezTo>
                <a:cubicBezTo>
                  <a:pt x="17145" y="388642"/>
                  <a:pt x="0" y="449705"/>
                  <a:pt x="0" y="449705"/>
                </a:cubicBezTo>
                <a:cubicBezTo>
                  <a:pt x="4997" y="484682"/>
                  <a:pt x="640" y="522349"/>
                  <a:pt x="14990" y="554636"/>
                </a:cubicBezTo>
                <a:cubicBezTo>
                  <a:pt x="22307" y="571099"/>
                  <a:pt x="45892" y="573362"/>
                  <a:pt x="59960" y="584616"/>
                </a:cubicBezTo>
                <a:cubicBezTo>
                  <a:pt x="106434" y="621796"/>
                  <a:pt x="73396" y="613820"/>
                  <a:pt x="134911" y="644577"/>
                </a:cubicBezTo>
                <a:cubicBezTo>
                  <a:pt x="186041" y="670142"/>
                  <a:pt x="269458" y="668512"/>
                  <a:pt x="314793" y="674557"/>
                </a:cubicBezTo>
                <a:cubicBezTo>
                  <a:pt x="344920" y="678574"/>
                  <a:pt x="374754" y="684550"/>
                  <a:pt x="404734" y="689547"/>
                </a:cubicBezTo>
                <a:cubicBezTo>
                  <a:pt x="419724" y="699541"/>
                  <a:pt x="433591" y="711471"/>
                  <a:pt x="449705" y="719528"/>
                </a:cubicBezTo>
                <a:cubicBezTo>
                  <a:pt x="478577" y="733964"/>
                  <a:pt x="525819" y="739903"/>
                  <a:pt x="554636" y="749508"/>
                </a:cubicBezTo>
                <a:cubicBezTo>
                  <a:pt x="565236" y="753041"/>
                  <a:pt x="574623" y="759501"/>
                  <a:pt x="584616" y="764498"/>
                </a:cubicBezTo>
              </a:path>
            </a:pathLst>
          </a:custGeom>
          <a:noFill/>
          <a:ln w="476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322"/>
          <a:stretch/>
        </p:blipFill>
        <p:spPr>
          <a:xfrm>
            <a:off x="1347623" y="32536"/>
            <a:ext cx="7643977" cy="8668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1152EA-4E9F-4E74-91ED-2CB79B9AA4DF}"/>
                  </a:ext>
                </a:extLst>
              </p14:cNvPr>
              <p14:cNvContentPartPr/>
              <p14:nvPr/>
            </p14:nvContentPartPr>
            <p14:xfrm>
              <a:off x="2425680" y="3753000"/>
              <a:ext cx="1949760" cy="1333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11152EA-4E9F-4E74-91ED-2CB79B9AA4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16320" y="3743640"/>
                <a:ext cx="1968480" cy="135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8826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DA7C-4990-423D-8973-E2FB88694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29" y="3117204"/>
            <a:ext cx="7886700" cy="1325563"/>
          </a:xfrm>
        </p:spPr>
        <p:txBody>
          <a:bodyPr/>
          <a:lstStyle/>
          <a:p>
            <a:pPr algn="ctr"/>
            <a:r>
              <a:rPr lang="en-US" b="1" dirty="0"/>
              <a:t>Dynamically Memory Allocation (DMA)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2D1BD-6A28-4BCE-84C6-02148453D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B9609-69DC-4841-BF28-02AA53127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6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Compile time (or static) allocation</a:t>
            </a:r>
          </a:p>
          <a:p>
            <a:pPr lvl="1"/>
            <a:r>
              <a:rPr lang="en-US" dirty="0"/>
              <a:t>Memory for the named variables is allocated by the compiler on a memory area called </a:t>
            </a:r>
            <a:r>
              <a:rPr lang="en-US" b="1" i="1" dirty="0">
                <a:solidFill>
                  <a:srgbClr val="7030A0"/>
                </a:solidFill>
              </a:rPr>
              <a:t>stack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exact size and type of storage must be known.</a:t>
            </a:r>
          </a:p>
          <a:p>
            <a:pPr lvl="1"/>
            <a:r>
              <a:rPr lang="en-US" dirty="0"/>
              <a:t>The array size has to be constant.</a:t>
            </a:r>
          </a:p>
          <a:p>
            <a:r>
              <a:rPr lang="en-US" dirty="0"/>
              <a:t>Dynamic memory allocation</a:t>
            </a:r>
          </a:p>
          <a:p>
            <a:pPr lvl="1"/>
            <a:r>
              <a:rPr lang="en-US" dirty="0"/>
              <a:t>Memory allocated during run time, placed in a program segment known as the </a:t>
            </a:r>
            <a:r>
              <a:rPr lang="en-US" b="1" i="1" dirty="0">
                <a:solidFill>
                  <a:srgbClr val="7030A0"/>
                </a:solidFill>
              </a:rPr>
              <a:t>heap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or the </a:t>
            </a:r>
            <a:r>
              <a:rPr lang="en-US" dirty="0" err="1"/>
              <a:t>freestore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compiler does not need to know the exact size and number of items to be allocated.</a:t>
            </a:r>
          </a:p>
          <a:p>
            <a:pPr lvl="1"/>
            <a:r>
              <a:rPr lang="en-US" dirty="0"/>
              <a:t>Pointers are crucial.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52D108-E94F-4270-8F93-E4E58D772A49}"/>
                  </a:ext>
                </a:extLst>
              </p14:cNvPr>
              <p14:cNvContentPartPr/>
              <p14:nvPr/>
            </p14:nvContentPartPr>
            <p14:xfrm>
              <a:off x="901800" y="2197080"/>
              <a:ext cx="7106040" cy="323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52D108-E94F-4270-8F93-E4E58D772A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2440" y="2187720"/>
                <a:ext cx="7124760" cy="325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9316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Memory Allocation (DMA)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steps in dynamic allocation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Allocate the space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Store its address in a pointer (so that the space can be accessed)</a:t>
            </a:r>
          </a:p>
          <a:p>
            <a:r>
              <a:rPr lang="en-US" dirty="0"/>
              <a:t>Use the </a:t>
            </a:r>
            <a:r>
              <a:rPr lang="en-US" b="1" dirty="0">
                <a:solidFill>
                  <a:srgbClr val="7030A0"/>
                </a:solidFill>
              </a:rPr>
              <a:t>new</a:t>
            </a:r>
            <a:r>
              <a:rPr lang="en-US" dirty="0"/>
              <a:t> operator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C4C7F0-E870-4566-8499-1642A8790233}"/>
                  </a:ext>
                </a:extLst>
              </p14:cNvPr>
              <p14:cNvContentPartPr/>
              <p14:nvPr/>
            </p14:nvContentPartPr>
            <p14:xfrm>
              <a:off x="1917720" y="2266920"/>
              <a:ext cx="2540160" cy="1683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C4C7F0-E870-4566-8499-1642A87902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8360" y="2257560"/>
                <a:ext cx="2558880" cy="170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6045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Free up the allocated space</a:t>
            </a:r>
          </a:p>
          <a:p>
            <a:r>
              <a:rPr lang="en-US" dirty="0"/>
              <a:t>Compile time (automatic) variables are automatically deallocated, as they go out of scope permanently.</a:t>
            </a:r>
          </a:p>
          <a:p>
            <a:r>
              <a:rPr lang="en-US" dirty="0"/>
              <a:t>However, freeing dynamically allocated memory is the responsibility of the programmer.</a:t>
            </a:r>
          </a:p>
          <a:p>
            <a:pPr lvl="1"/>
            <a:r>
              <a:rPr lang="en-US" dirty="0"/>
              <a:t>If the variable (pointer) created using DMA is no longer usable, then the programmer should free this memory using the </a:t>
            </a:r>
            <a:r>
              <a:rPr lang="en-US" b="1" dirty="0">
                <a:solidFill>
                  <a:srgbClr val="7030A0"/>
                </a:solidFill>
              </a:rPr>
              <a:t>delete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operator.</a:t>
            </a:r>
          </a:p>
          <a:p>
            <a:r>
              <a:rPr lang="en-US" dirty="0"/>
              <a:t>Not freeing/deleting the dynamically allocated memory will result in wastage of memory (i.e. memory is still allocated, but cannot be used by the program). 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D8377A-5E6D-45E6-BED5-C8C902F8DD85}"/>
                  </a:ext>
                </a:extLst>
              </p14:cNvPr>
              <p14:cNvContentPartPr/>
              <p14:nvPr/>
            </p14:nvContentPartPr>
            <p14:xfrm>
              <a:off x="527040" y="2463840"/>
              <a:ext cx="2242080" cy="2527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D8377A-5E6D-45E6-BED5-C8C902F8DD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680" y="2454480"/>
                <a:ext cx="2260800" cy="254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6496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Space with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allocate space dynamically, use the unary operator new, followed by the type being allocated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new int;           // allocate memory for an integer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new double;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new int[40];	// dynamically allocates an array of 40 </a:t>
            </a:r>
            <a:r>
              <a:rPr lang="en-US" dirty="0" err="1"/>
              <a:t>ints</a:t>
            </a: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new double[n];  // dynamically allocates an array of n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		         // doubles, where n can be a variable.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FFB3BC-6166-4BB5-8A74-9D3380805C22}"/>
                  </a:ext>
                </a:extLst>
              </p14:cNvPr>
              <p14:cNvContentPartPr/>
              <p14:nvPr/>
            </p14:nvContentPartPr>
            <p14:xfrm>
              <a:off x="971640" y="2921040"/>
              <a:ext cx="2305440" cy="1714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FFB3BC-6166-4BB5-8A74-9D3380805C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2280" y="2911680"/>
                <a:ext cx="2324160" cy="173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8592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Space with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new by itself allocates spaces with no names.</a:t>
            </a:r>
          </a:p>
          <a:p>
            <a:pPr lvl="1"/>
            <a:r>
              <a:rPr lang="en-US" dirty="0"/>
              <a:t>DMA creates memory, but does not create new variable names at runtime.</a:t>
            </a:r>
          </a:p>
          <a:p>
            <a:r>
              <a:rPr lang="en-US" dirty="0"/>
              <a:t>new returns the starting address of the allocated space, which can be stored in a pointer.</a:t>
            </a:r>
          </a:p>
          <a:p>
            <a:pPr lvl="1"/>
            <a:r>
              <a:rPr lang="en-US" dirty="0"/>
              <a:t>Remember, pointers store address, normal variables don’t.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 *p = new int;	// 1234	// declares a pointer p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*p = 50;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 x = 40;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 *list = new int[x];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float *numbers = new float[x + 10];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2DCC28-C08C-4D3F-8495-66DA09B69CC6}"/>
                  </a:ext>
                </a:extLst>
              </p14:cNvPr>
              <p14:cNvContentPartPr/>
              <p14:nvPr/>
            </p14:nvContentPartPr>
            <p14:xfrm>
              <a:off x="1130400" y="3911760"/>
              <a:ext cx="5010480" cy="2146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2DCC28-C08C-4D3F-8495-66DA09B69C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1040" y="3902400"/>
                <a:ext cx="5029200" cy="216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647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Accessing Dynamically Allocated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For single items, dereference the pointer to reach dynamically created target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 err="1"/>
              <a:t>int</a:t>
            </a:r>
            <a:r>
              <a:rPr lang="en-US" dirty="0"/>
              <a:t> *p = new </a:t>
            </a:r>
            <a:r>
              <a:rPr lang="en-US" dirty="0" err="1"/>
              <a:t>int</a:t>
            </a:r>
            <a:r>
              <a:rPr lang="en-US" dirty="0"/>
              <a:t>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*p = 10;		// assigns 10 to the dynamic integer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 err="1"/>
              <a:t>cout</a:t>
            </a:r>
            <a:r>
              <a:rPr lang="en-US" dirty="0"/>
              <a:t> &lt;&lt; *p;	// prints 10</a:t>
            </a:r>
          </a:p>
          <a:p>
            <a:r>
              <a:rPr lang="en-US" dirty="0"/>
              <a:t>For dynamically created arrays, you can use either pointer-offset notation, or standard bracket notation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double *</a:t>
            </a:r>
            <a:r>
              <a:rPr lang="en-US" dirty="0" err="1"/>
              <a:t>numList</a:t>
            </a:r>
            <a:r>
              <a:rPr lang="en-US" dirty="0"/>
              <a:t> = new double[size];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</a:t>
            </a:r>
            <a:r>
              <a:rPr lang="en-US" dirty="0" err="1"/>
              <a:t>numList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0;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 err="1"/>
              <a:t>numList</a:t>
            </a:r>
            <a:r>
              <a:rPr lang="en-US" dirty="0"/>
              <a:t>[5] = 20;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*(</a:t>
            </a:r>
            <a:r>
              <a:rPr lang="en-US" dirty="0" err="1"/>
              <a:t>numList</a:t>
            </a:r>
            <a:r>
              <a:rPr lang="en-US" dirty="0"/>
              <a:t> + 5) = 20;  // same as </a:t>
            </a:r>
            <a:r>
              <a:rPr lang="en-US" dirty="0" err="1"/>
              <a:t>numList</a:t>
            </a:r>
            <a:r>
              <a:rPr lang="en-US" dirty="0"/>
              <a:t>[5]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7AC299-E83F-4D6D-A8BD-68878241DF69}"/>
                  </a:ext>
                </a:extLst>
              </p14:cNvPr>
              <p14:cNvContentPartPr/>
              <p14:nvPr/>
            </p14:nvContentPartPr>
            <p14:xfrm>
              <a:off x="787320" y="3193920"/>
              <a:ext cx="5150160" cy="3657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7AC299-E83F-4D6D-A8BD-68878241DF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7960" y="3184560"/>
                <a:ext cx="5168880" cy="367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0024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Deallocation of Dynamic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unary operator delete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ptr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delete </a:t>
            </a:r>
            <a:r>
              <a:rPr lang="en-US" dirty="0" err="1"/>
              <a:t>ptr</a:t>
            </a:r>
            <a:r>
              <a:rPr lang="en-US" dirty="0"/>
              <a:t>; 	// free up the space pointed by </a:t>
            </a:r>
            <a:r>
              <a:rPr lang="en-US" dirty="0" err="1"/>
              <a:t>ptr</a:t>
            </a:r>
            <a:endParaRPr lang="en-US" dirty="0"/>
          </a:p>
          <a:p>
            <a:r>
              <a:rPr lang="en-US" dirty="0"/>
              <a:t>Note that the name </a:t>
            </a:r>
            <a:r>
              <a:rPr lang="en-US" dirty="0" err="1"/>
              <a:t>ptr</a:t>
            </a:r>
            <a:r>
              <a:rPr lang="en-US" dirty="0"/>
              <a:t> can be reused</a:t>
            </a:r>
          </a:p>
          <a:p>
            <a:pPr marL="457200" lvl="1" indent="0">
              <a:buNone/>
            </a:pPr>
            <a:r>
              <a:rPr lang="en-US" dirty="0" err="1"/>
              <a:t>ptr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[10];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F82D03-92E2-44ED-8473-67F2E879C8D7}"/>
                  </a:ext>
                </a:extLst>
              </p14:cNvPr>
              <p14:cNvContentPartPr/>
              <p14:nvPr/>
            </p14:nvContentPartPr>
            <p14:xfrm>
              <a:off x="952560" y="2387520"/>
              <a:ext cx="2521080" cy="2178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F82D03-92E2-44ED-8473-67F2E879C8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3200" y="2378160"/>
                <a:ext cx="2539800" cy="21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8066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Deallocation of Dynamic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To deallocate a dynamic array, use this form</a:t>
            </a:r>
          </a:p>
          <a:p>
            <a:pPr marL="457200" lvl="1" indent="0">
              <a:buNone/>
            </a:pPr>
            <a:r>
              <a:rPr lang="en-US" dirty="0"/>
              <a:t>delete [] </a:t>
            </a:r>
            <a:r>
              <a:rPr lang="en-US" dirty="0" err="1"/>
              <a:t>name_of_pointer</a:t>
            </a:r>
            <a:r>
              <a:rPr lang="en-US" dirty="0"/>
              <a:t>;</a:t>
            </a:r>
          </a:p>
          <a:p>
            <a:r>
              <a:rPr lang="en-US" dirty="0"/>
              <a:t>Example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int</a:t>
            </a:r>
            <a:r>
              <a:rPr lang="en-US" dirty="0"/>
              <a:t> *list = new </a:t>
            </a:r>
            <a:r>
              <a:rPr lang="en-US" dirty="0" err="1"/>
              <a:t>int</a:t>
            </a:r>
            <a:r>
              <a:rPr lang="en-US" dirty="0"/>
              <a:t>[40];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delete [] list;	// deallocates the array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list = NULL; 		// reset the pointer to null</a:t>
            </a:r>
          </a:p>
          <a:p>
            <a:r>
              <a:rPr lang="en-US" dirty="0"/>
              <a:t>We don’t want list pointer to point to deallocated space.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7A45821-74FB-4AC9-A270-96F07533CCB7}"/>
                  </a:ext>
                </a:extLst>
              </p14:cNvPr>
              <p14:cNvContentPartPr/>
              <p14:nvPr/>
            </p14:nvContentPartPr>
            <p14:xfrm>
              <a:off x="939960" y="2577960"/>
              <a:ext cx="3486240" cy="210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7A45821-74FB-4AC9-A270-96F07533CC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0600" y="2568600"/>
                <a:ext cx="3504960" cy="212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6273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4B9820F-986D-4CDF-91C5-A569AC8E0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Allocation Static/dynamic Arrays</a:t>
            </a:r>
          </a:p>
        </p:txBody>
      </p:sp>
      <p:sp>
        <p:nvSpPr>
          <p:cNvPr id="31747" name="Line 3">
            <a:extLst>
              <a:ext uri="{FF2B5EF4-FFF2-40B4-BE49-F238E27FC236}">
                <a16:creationId xmlns:a16="http://schemas.microsoft.com/office/drawing/2014/main" id="{CDE0088A-59CA-4318-ADA2-FD6B759D5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90600"/>
            <a:ext cx="8305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EE0BA4F8-76E6-48AB-A316-4C7FF9457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76400"/>
            <a:ext cx="533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Courier New" panose="02070309020205020404" pitchFamily="49" charset="0"/>
              </a:rPr>
              <a:t>int intArray[10];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intArray[0] = 6837;</a:t>
            </a:r>
          </a:p>
        </p:txBody>
      </p:sp>
      <p:sp>
        <p:nvSpPr>
          <p:cNvPr id="31749" name="Line 5">
            <a:extLst>
              <a:ext uri="{FF2B5EF4-FFF2-40B4-BE49-F238E27FC236}">
                <a16:creationId xmlns:a16="http://schemas.microsoft.com/office/drawing/2014/main" id="{C1C975C5-8457-4A1B-BB86-608B5035F6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048000"/>
            <a:ext cx="8305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B2E44225-B1B4-4296-8430-DDDB32765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0000"/>
            <a:ext cx="662940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Courier New" panose="02070309020205020404" pitchFamily="49" charset="0"/>
              </a:rPr>
              <a:t>int *intArray;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intArray = new int[10];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intArray[0] = 6837;</a:t>
            </a:r>
          </a:p>
          <a:p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...</a:t>
            </a:r>
          </a:p>
          <a:p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delete[] intArray;</a:t>
            </a:r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EE6E1CD6-8774-4E97-9404-1D651D82E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066800"/>
            <a:ext cx="4252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Stack allocation</a:t>
            </a:r>
          </a:p>
        </p:txBody>
      </p:sp>
      <p:sp>
        <p:nvSpPr>
          <p:cNvPr id="31752" name="Text Box 8">
            <a:extLst>
              <a:ext uri="{FF2B5EF4-FFF2-40B4-BE49-F238E27FC236}">
                <a16:creationId xmlns:a16="http://schemas.microsoft.com/office/drawing/2014/main" id="{1A1E68B0-7426-42B2-99B5-39C8E12AE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124200"/>
            <a:ext cx="4252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Heap allocation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DB11C5-0AD3-4C30-82AB-1C281FA763DD}"/>
                  </a:ext>
                </a:extLst>
              </p14:cNvPr>
              <p14:cNvContentPartPr/>
              <p14:nvPr/>
            </p14:nvContentPartPr>
            <p14:xfrm>
              <a:off x="698400" y="1352520"/>
              <a:ext cx="3404160" cy="4680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DB11C5-0AD3-4C30-82AB-1C281FA763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040" y="1343160"/>
                <a:ext cx="3422880" cy="469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4773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Suppose, You fail to deallocate dynamically allocated memory…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list = new </a:t>
            </a:r>
            <a:r>
              <a:rPr lang="en-US" dirty="0" err="1"/>
              <a:t>int</a:t>
            </a:r>
            <a:r>
              <a:rPr lang="en-US" dirty="0"/>
              <a:t>[40];  // first allocation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…// no deallocation…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list = new </a:t>
            </a:r>
            <a:r>
              <a:rPr lang="en-US" dirty="0" err="1"/>
              <a:t>int</a:t>
            </a:r>
            <a:r>
              <a:rPr lang="en-US" dirty="0"/>
              <a:t>[10]; 	// second allocation</a:t>
            </a:r>
          </a:p>
          <a:p>
            <a:r>
              <a:rPr lang="en-US" dirty="0"/>
              <a:t>Result…</a:t>
            </a:r>
          </a:p>
          <a:p>
            <a:pPr lvl="1"/>
            <a:r>
              <a:rPr lang="en-US" dirty="0"/>
              <a:t>Memory leak…</a:t>
            </a:r>
          </a:p>
          <a:p>
            <a:pPr lvl="2"/>
            <a:r>
              <a:rPr lang="en-US" dirty="0"/>
              <a:t>Memory allocated in First allocation is still occupied, but cannot be used in the program, because there is no way (i.e. no variable) to access this memory now.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98A23C-8058-40AD-A63E-CAB31B822BAB}"/>
                  </a:ext>
                </a:extLst>
              </p14:cNvPr>
              <p14:cNvContentPartPr/>
              <p14:nvPr/>
            </p14:nvContentPartPr>
            <p14:xfrm>
              <a:off x="1593720" y="2603520"/>
              <a:ext cx="3137400" cy="174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98A23C-8058-40AD-A63E-CAB31B822B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4360" y="2594160"/>
                <a:ext cx="3156120" cy="175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5579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8F7A-DD2E-4847-8969-D5219B80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711"/>
            <a:ext cx="6347713" cy="691299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5DDE87-D701-4471-A16F-FB26942A8DB0}"/>
              </a:ext>
            </a:extLst>
          </p:cNvPr>
          <p:cNvSpPr/>
          <p:nvPr/>
        </p:nvSpPr>
        <p:spPr>
          <a:xfrm>
            <a:off x="2286000" y="469085"/>
            <a:ext cx="5613662" cy="5778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2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B71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Fraction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{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2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num;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den;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2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Fraction(</a:t>
            </a:r>
            <a:r>
              <a:rPr lang="en-US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top, </a:t>
            </a:r>
            <a:r>
              <a:rPr lang="en-US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bottom) {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num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top;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den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bottom;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}</a:t>
            </a: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Fraction()      	{</a:t>
            </a: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Fraction(0,0);</a:t>
            </a: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}</a:t>
            </a:r>
          </a:p>
          <a:p>
            <a:pPr latinLnBrk="1"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};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CC5A84B-61A3-44BD-BD98-821D61BD4977}"/>
                  </a:ext>
                </a:extLst>
              </p14:cNvPr>
              <p14:cNvContentPartPr/>
              <p14:nvPr/>
            </p14:nvContentPartPr>
            <p14:xfrm>
              <a:off x="2197080" y="171360"/>
              <a:ext cx="2908800" cy="5696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CC5A84B-61A3-44BD-BD98-821D61BD49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7720" y="162000"/>
                <a:ext cx="292752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030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Allocation of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Objects can be dynamically allocated as well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Fraction f1(3,5);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Fraction *fp1, *fp2, *</a:t>
            </a:r>
            <a:r>
              <a:rPr lang="en-US" dirty="0" err="1"/>
              <a:t>flist</a:t>
            </a:r>
            <a:r>
              <a:rPr lang="en-US" dirty="0"/>
              <a:t>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fp1 = new Fraction;  // uses default </a:t>
            </a:r>
            <a:r>
              <a:rPr lang="en-US" dirty="0" err="1"/>
              <a:t>contructor</a:t>
            </a: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fp2 = new Fraction(3,4);  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cout</a:t>
            </a:r>
            <a:r>
              <a:rPr lang="en-US" dirty="0"/>
              <a:t>&lt;&lt;fp2-&gt;num;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flist</a:t>
            </a:r>
            <a:r>
              <a:rPr lang="en-US" dirty="0"/>
              <a:t> = new Fraction[20];  // dynamic array of 20 Fraction 		// objects with default constructor used for each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flist</a:t>
            </a:r>
            <a:r>
              <a:rPr lang="en-US" dirty="0"/>
              <a:t>[19]-&gt;den</a:t>
            </a:r>
          </a:p>
          <a:p>
            <a:r>
              <a:rPr lang="en-US" dirty="0"/>
              <a:t>To deallocate</a:t>
            </a:r>
          </a:p>
          <a:p>
            <a:pPr marL="457200" lvl="1" indent="0">
              <a:buNone/>
            </a:pPr>
            <a:r>
              <a:rPr lang="en-US" dirty="0"/>
              <a:t>delete fp1; delete fp2; delete [] </a:t>
            </a:r>
            <a:r>
              <a:rPr lang="en-US" dirty="0" err="1"/>
              <a:t>flist</a:t>
            </a:r>
            <a:r>
              <a:rPr lang="en-US" dirty="0"/>
              <a:t>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9DFFF8-53A8-41B7-BA93-C3420FA59F58}"/>
                  </a:ext>
                </a:extLst>
              </p14:cNvPr>
              <p14:cNvContentPartPr/>
              <p14:nvPr/>
            </p14:nvContentPartPr>
            <p14:xfrm>
              <a:off x="1072120" y="2562711"/>
              <a:ext cx="3143520" cy="2146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9DFFF8-53A8-41B7-BA93-C3420FA59F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760" y="2553351"/>
                <a:ext cx="3162240" cy="216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9547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Dynamically Resizing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Suppose you want to grow an array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int *list = new int[size]; // size =10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// process list until the number of elements exceed ‘size’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int *temp = new int[size + 5]; // create a bigger temp array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	temp[</a:t>
            </a:r>
            <a:r>
              <a:rPr lang="en-US" dirty="0" err="1"/>
              <a:t>i</a:t>
            </a:r>
            <a:r>
              <a:rPr lang="en-US" dirty="0"/>
              <a:t>] = list[</a:t>
            </a:r>
            <a:r>
              <a:rPr lang="en-US" dirty="0" err="1"/>
              <a:t>i</a:t>
            </a:r>
            <a:r>
              <a:rPr lang="en-US" dirty="0"/>
              <a:t>];  // copy the data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delete [] list;  // free up the old memory location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list = temp;   // make list point to the new memory location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fun(list);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Void fun(int *List2)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	List2[0] = 20;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2479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928</TotalTime>
  <Words>1753</Words>
  <Application>Microsoft Office PowerPoint</Application>
  <PresentationFormat>On-screen Show (4:3)</PresentationFormat>
  <Paragraphs>234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Courier New</vt:lpstr>
      <vt:lpstr>Times New Roman</vt:lpstr>
      <vt:lpstr>Verdana</vt:lpstr>
      <vt:lpstr>Office Theme</vt:lpstr>
      <vt:lpstr>C++ Primer (Part II)</vt:lpstr>
      <vt:lpstr>PowerPoint Presentation</vt:lpstr>
      <vt:lpstr>Outline</vt:lpstr>
      <vt:lpstr>Strings</vt:lpstr>
      <vt:lpstr>Two Kinds of Strings in C++</vt:lpstr>
      <vt:lpstr>Using  [] with the string Type</vt:lpstr>
      <vt:lpstr>Input a C++ string</vt:lpstr>
      <vt:lpstr>Input a C-style string</vt:lpstr>
      <vt:lpstr>Using + with the string Type</vt:lpstr>
      <vt:lpstr>Lots of string Functions</vt:lpstr>
      <vt:lpstr>PowerPoint Presentation</vt:lpstr>
      <vt:lpstr>PowerPoint Presentation</vt:lpstr>
      <vt:lpstr>PowerPoint Presentation</vt:lpstr>
      <vt:lpstr>Dynamically Memory Allocation (DMA)</vt:lpstr>
      <vt:lpstr>Allocation Memory</vt:lpstr>
      <vt:lpstr>Dynamic Memory Allocation (DMA)</vt:lpstr>
      <vt:lpstr>Deallocation</vt:lpstr>
      <vt:lpstr>Allocating Space with new</vt:lpstr>
      <vt:lpstr>Allocating Space with new</vt:lpstr>
      <vt:lpstr>Accessing Dynamically Allocated Space</vt:lpstr>
      <vt:lpstr>Deallocation of Dynamic Memory</vt:lpstr>
      <vt:lpstr>Deallocation of Dynamic Memory</vt:lpstr>
      <vt:lpstr>Allocation Static/dynamic Arrays</vt:lpstr>
      <vt:lpstr>Memory Leakage</vt:lpstr>
      <vt:lpstr>Example</vt:lpstr>
      <vt:lpstr>Dynamic Allocation of Objects</vt:lpstr>
      <vt:lpstr>Dynamically Resizing an Array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Aksam</dc:creator>
  <cp:lastModifiedBy>Aksam</cp:lastModifiedBy>
  <cp:revision>98</cp:revision>
  <dcterms:created xsi:type="dcterms:W3CDTF">2020-10-03T15:27:47Z</dcterms:created>
  <dcterms:modified xsi:type="dcterms:W3CDTF">2020-10-08T07:40:05Z</dcterms:modified>
</cp:coreProperties>
</file>